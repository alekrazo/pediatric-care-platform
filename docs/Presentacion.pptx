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4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59" r:id="rId8"/>
    <p:sldId id="260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29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17288-F1BC-4877-A148-F5B2EDC1D2E6}" type="datetimeFigureOut">
              <a:rPr lang="es-MX" smtClean="0"/>
              <a:pPr/>
              <a:t>23/03/2014</a:t>
            </a:fld>
            <a:endParaRPr lang="es-MX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F2DC3-F5F3-42F7-A585-8F4875B9FCBF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17288-F1BC-4877-A148-F5B2EDC1D2E6}" type="datetimeFigureOut">
              <a:rPr lang="es-MX" smtClean="0"/>
              <a:pPr/>
              <a:t>23/03/2014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F2DC3-F5F3-42F7-A585-8F4875B9FCBF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17288-F1BC-4877-A148-F5B2EDC1D2E6}" type="datetimeFigureOut">
              <a:rPr lang="es-MX" smtClean="0"/>
              <a:pPr/>
              <a:t>23/03/2014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F2DC3-F5F3-42F7-A585-8F4875B9FCBF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17288-F1BC-4877-A148-F5B2EDC1D2E6}" type="datetimeFigureOut">
              <a:rPr lang="es-MX" smtClean="0"/>
              <a:pPr/>
              <a:t>23/03/2014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F2DC3-F5F3-42F7-A585-8F4875B9FCBF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17288-F1BC-4877-A148-F5B2EDC1D2E6}" type="datetimeFigureOut">
              <a:rPr lang="es-MX" smtClean="0"/>
              <a:pPr/>
              <a:t>23/03/2014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F2DC3-F5F3-42F7-A585-8F4875B9FCBF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17288-F1BC-4877-A148-F5B2EDC1D2E6}" type="datetimeFigureOut">
              <a:rPr lang="es-MX" smtClean="0"/>
              <a:pPr/>
              <a:t>23/03/2014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F2DC3-F5F3-42F7-A585-8F4875B9FCBF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17288-F1BC-4877-A148-F5B2EDC1D2E6}" type="datetimeFigureOut">
              <a:rPr lang="es-MX" smtClean="0"/>
              <a:pPr/>
              <a:t>23/03/2014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F2DC3-F5F3-42F7-A585-8F4875B9FCBF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17288-F1BC-4877-A148-F5B2EDC1D2E6}" type="datetimeFigureOut">
              <a:rPr lang="es-MX" smtClean="0"/>
              <a:pPr/>
              <a:t>23/03/2014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F2DC3-F5F3-42F7-A585-8F4875B9FCBF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ortar y redondear rectángulo de esquina sencilla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Triángulo rectángulo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17288-F1BC-4877-A148-F5B2EDC1D2E6}" type="datetimeFigureOut">
              <a:rPr lang="es-MX" smtClean="0"/>
              <a:pPr/>
              <a:t>23/03/2014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257F2DC3-F5F3-42F7-A585-8F4875B9FCBF}" type="slidenum">
              <a:rPr lang="es-MX" smtClean="0"/>
              <a:pPr/>
              <a:t>‹Nº›</a:t>
            </a:fld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10" name="9 Forma libre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10 Forma libre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17288-F1BC-4877-A148-F5B2EDC1D2E6}" type="datetimeFigureOut">
              <a:rPr lang="es-MX" smtClean="0"/>
              <a:pPr/>
              <a:t>23/03/2014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F2DC3-F5F3-42F7-A585-8F4875B9FCBF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17288-F1BC-4877-A148-F5B2EDC1D2E6}" type="datetimeFigureOut">
              <a:rPr lang="es-MX" smtClean="0"/>
              <a:pPr/>
              <a:t>23/03/2014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F2DC3-F5F3-42F7-A585-8F4875B9FCBF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Forma libre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6517288-F1BC-4877-A148-F5B2EDC1D2E6}" type="datetimeFigureOut">
              <a:rPr lang="es-MX" smtClean="0"/>
              <a:pPr/>
              <a:t>23/03/2014</a:t>
            </a:fld>
            <a:endParaRPr lang="es-MX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257F2DC3-F5F3-42F7-A585-8F4875B9FCBF}" type="slidenum">
              <a:rPr lang="es-MX" smtClean="0"/>
              <a:pPr/>
              <a:t>‹Nº›</a:t>
            </a:fld>
            <a:endParaRPr lang="es-MX"/>
          </a:p>
        </p:txBody>
      </p:sp>
      <p:grpSp>
        <p:nvGrpSpPr>
          <p:cNvPr id="2" name="1 Grupo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11 Forma libre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12 Forma libre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1219200"/>
            <a:ext cx="7854696" cy="1752600"/>
          </a:xfrm>
          <a:effectLst>
            <a:glow rad="228600">
              <a:schemeClr val="accent4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  <a:softEdge rad="635000"/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 prst="angle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s-MX" sz="6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askerville Old Face" pitchFamily="18" charset="0"/>
              </a:rPr>
              <a:t>Pediatric</a:t>
            </a:r>
            <a:r>
              <a:rPr lang="es-MX" sz="6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askerville Old Face" pitchFamily="18" charset="0"/>
              </a:rPr>
              <a:t> </a:t>
            </a:r>
            <a:r>
              <a:rPr lang="es-MX" sz="6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askerville Old Face" pitchFamily="18" charset="0"/>
              </a:rPr>
              <a:t>Consult</a:t>
            </a:r>
            <a:endParaRPr lang="es-MX" sz="6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Baskerville Old Fac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19855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Proyecto</a:t>
            </a:r>
            <a:endParaRPr lang="es-MX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8872" indent="0">
              <a:buNone/>
            </a:pPr>
            <a:r>
              <a:rPr lang="es-MX" b="1" dirty="0" smtClean="0"/>
              <a:t>¿Qué es?</a:t>
            </a:r>
          </a:p>
          <a:p>
            <a:pPr algn="just"/>
            <a:r>
              <a:rPr lang="es-ES" sz="2400" b="0" dirty="0" smtClean="0"/>
              <a:t>Es un software para gestionar consultorios y centros de atención primaria en pediatría. Ofreciendo es la administración más efectiva y rápida del área, ya que no tienen un área cien por ciento segura donde respaldar sus documentos, todo se hace a mano. </a:t>
            </a:r>
            <a:endParaRPr lang="es-MX" sz="2400" b="0" dirty="0" smtClean="0"/>
          </a:p>
          <a:p>
            <a:pPr algn="just"/>
            <a:endParaRPr lang="es-MX" sz="2400" b="0" dirty="0" smtClean="0"/>
          </a:p>
          <a:p>
            <a:pPr algn="just"/>
            <a:r>
              <a:rPr lang="es-ES" sz="2400" b="0" dirty="0" smtClean="0"/>
              <a:t>Su </a:t>
            </a:r>
            <a:r>
              <a:rPr lang="es-ES" sz="2400" b="0" dirty="0"/>
              <a:t>utilización implicará en una práctica profesional más ordenada y productiva. </a:t>
            </a:r>
            <a:endParaRPr lang="es-MX" b="0" dirty="0"/>
          </a:p>
        </p:txBody>
      </p:sp>
    </p:spTree>
    <p:extLst>
      <p:ext uri="{BB962C8B-B14F-4D97-AF65-F5344CB8AC3E}">
        <p14:creationId xmlns:p14="http://schemas.microsoft.com/office/powerpoint/2010/main" xmlns="" val="1087189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Objetivos</a:t>
            </a:r>
            <a:br>
              <a:rPr lang="es-MX" dirty="0" smtClean="0"/>
            </a:br>
            <a:endParaRPr lang="es-MX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b="0" dirty="0"/>
              <a:t>Software para consultorios pediátricos con todas las propiedades y ventajas de una completa base de datos digital. Diseñado especialmente para que el médico pediatra pueda archivar todos los datos de sus pacientes desde el nacimiento y seguir un adecuado control de su crecimiento y desarrollo</a:t>
            </a:r>
            <a:r>
              <a:rPr lang="es-ES" b="0" dirty="0" smtClean="0"/>
              <a:t>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xmlns="" val="2590713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Alcance del sistema</a:t>
            </a:r>
            <a:br>
              <a:rPr lang="es-MX" dirty="0"/>
            </a:br>
            <a:endParaRPr lang="es-MX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118872" indent="0">
              <a:buNone/>
            </a:pPr>
            <a:r>
              <a:rPr lang="es-ES" dirty="0" smtClean="0"/>
              <a:t>Los </a:t>
            </a:r>
            <a:r>
              <a:rPr lang="es-ES" dirty="0"/>
              <a:t>informes ofrecidos se dividen en tres grupos:</a:t>
            </a:r>
            <a:endParaRPr lang="es-MX" dirty="0"/>
          </a:p>
          <a:p>
            <a:pPr lvl="0"/>
            <a:r>
              <a:rPr lang="es-ES" dirty="0"/>
              <a:t>Historias Clínicas:</a:t>
            </a:r>
            <a:endParaRPr lang="es-MX" dirty="0"/>
          </a:p>
          <a:p>
            <a:pPr lvl="1"/>
            <a:r>
              <a:rPr lang="es-ES" dirty="0"/>
              <a:t>Ficha de Paciente: Genera una portada con los datos generales del paciente.</a:t>
            </a:r>
            <a:endParaRPr lang="es-MX" dirty="0"/>
          </a:p>
          <a:p>
            <a:pPr lvl="1"/>
            <a:r>
              <a:rPr lang="es-ES" dirty="0"/>
              <a:t>Información Prenatal: Genera una hoja con los datos de embarazo y parto del paciente seleccionado.</a:t>
            </a:r>
            <a:endParaRPr lang="es-MX" dirty="0"/>
          </a:p>
          <a:p>
            <a:pPr lvl="1"/>
            <a:r>
              <a:rPr lang="es-ES" dirty="0"/>
              <a:t>Desarrollo Crecimiento: Lista un informe con la evolución física (peso, altura y perímetro cefálico) del paciente seleccionado.</a:t>
            </a:r>
            <a:endParaRPr lang="es-MX" dirty="0"/>
          </a:p>
          <a:p>
            <a:pPr lvl="1"/>
            <a:r>
              <a:rPr lang="es-ES" dirty="0"/>
              <a:t>Historial de Consultas: Lista los datos de todas las consultas realizadas por el paciente en un lapso de fechas indicadas.</a:t>
            </a:r>
            <a:endParaRPr lang="es-MX" dirty="0"/>
          </a:p>
          <a:p>
            <a:pPr lvl="1"/>
            <a:r>
              <a:rPr lang="es-ES" dirty="0"/>
              <a:t>Historial de Patologías: Emite una lista de las patologías diagnosticadas al paciente en un determinado rango de fechas</a:t>
            </a:r>
            <a:r>
              <a:rPr lang="es-ES" dirty="0" smtClean="0"/>
              <a:t>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xmlns="" val="2262517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Alcance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s-ES" dirty="0"/>
              <a:t>Secretaría Consultorio:</a:t>
            </a:r>
            <a:endParaRPr lang="es-MX" dirty="0"/>
          </a:p>
          <a:p>
            <a:pPr lvl="1"/>
            <a:r>
              <a:rPr lang="es-ES" dirty="0"/>
              <a:t>Agenda Diaria: Lista los compromisos anotados en la agenda para un determinado rango de fechas</a:t>
            </a:r>
            <a:r>
              <a:rPr lang="es-ES" dirty="0" smtClean="0"/>
              <a:t>.</a:t>
            </a:r>
            <a:r>
              <a:rPr lang="es-ES" dirty="0"/>
              <a:t> </a:t>
            </a:r>
            <a:endParaRPr lang="es-MX" dirty="0"/>
          </a:p>
          <a:p>
            <a:pPr lvl="1"/>
            <a:r>
              <a:rPr lang="es-ES" dirty="0"/>
              <a:t>Lista de Pacientes: Lista un padrón alfabético de los pacientes cargados al sistema. Se puede imprimir completamente (de la A </a:t>
            </a:r>
            <a:r>
              <a:rPr lang="es-ES" dirty="0" err="1"/>
              <a:t>a</a:t>
            </a:r>
            <a:r>
              <a:rPr lang="es-ES" dirty="0"/>
              <a:t> la Z) o seleccionar un determinado grupo de letras.</a:t>
            </a:r>
            <a:endParaRPr lang="es-MX" dirty="0"/>
          </a:p>
          <a:p>
            <a:pPr lvl="1"/>
            <a:r>
              <a:rPr lang="es-ES" dirty="0"/>
              <a:t>Lista de Grupos Sanguíneos: Informa las personas cargadas al sistema con un determinado grupo y factor de sangre. Se puede incluir datos de pacientes, padres y madres; esta información puede ser de utilidad en caso de necesitar información de posibles donantes.</a:t>
            </a:r>
            <a:endParaRPr lang="es-MX" dirty="0"/>
          </a:p>
          <a:p>
            <a:pPr lvl="1"/>
            <a:r>
              <a:rPr lang="es-ES" dirty="0"/>
              <a:t>Agenda de Cumpleaños: Lista los pacientes que cumplen años en el mes, indicando la fecha y la edad. Esto puede ser de utilidad para que el profesional tenga una atención con sus clientes enviándoles una tarjeta o correo</a:t>
            </a:r>
            <a:r>
              <a:rPr lang="es-ES" dirty="0" smtClean="0"/>
              <a:t>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xmlns="" val="1760417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Alcance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dirty="0"/>
              <a:t>Estadísticas:</a:t>
            </a:r>
            <a:endParaRPr lang="es-MX" dirty="0"/>
          </a:p>
          <a:p>
            <a:pPr lvl="1"/>
            <a:r>
              <a:rPr lang="es-ES" dirty="0"/>
              <a:t>Informes Consultas según Motivos: Lista todas las consultas que se han atendido en un rango de fechas por un determinado motivo.</a:t>
            </a:r>
            <a:endParaRPr lang="es-MX" dirty="0"/>
          </a:p>
          <a:p>
            <a:pPr lvl="1"/>
            <a:r>
              <a:rPr lang="es-ES" dirty="0"/>
              <a:t>Informe Diagnósticos por Patología: Lista los diagnósticos realizados de cualquier patología en el lapso de tiempo indicado</a:t>
            </a:r>
            <a:r>
              <a:rPr lang="es-ES" dirty="0" smtClean="0"/>
              <a:t>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xmlns="" val="3657542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Funcionamiento</a:t>
            </a:r>
            <a:endParaRPr lang="es-MX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118872" indent="0" algn="just">
              <a:buNone/>
            </a:pPr>
            <a:r>
              <a:rPr lang="es-MX" sz="2400" b="0" dirty="0" smtClean="0"/>
              <a:t>Es una aplicación basada en una base de datos para el almacenamiento de la información la cuál podrá ser consultada por los empleados del consultorio.</a:t>
            </a:r>
            <a:endParaRPr lang="es-MX" sz="2400" b="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295900" y="2894806"/>
            <a:ext cx="2743200" cy="2486025"/>
          </a:xfrm>
        </p:spPr>
      </p:pic>
    </p:spTree>
    <p:extLst>
      <p:ext uri="{BB962C8B-B14F-4D97-AF65-F5344CB8AC3E}">
        <p14:creationId xmlns:p14="http://schemas.microsoft.com/office/powerpoint/2010/main" xmlns="" val="1969734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Funcionalidades</a:t>
            </a:r>
            <a:endParaRPr lang="es-MX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s-ES" sz="3000" b="0" dirty="0"/>
              <a:t>Entre las funciones que se pueden desempeñar con el programa destaca:</a:t>
            </a:r>
            <a:endParaRPr lang="es-MX" sz="3000" b="0" dirty="0"/>
          </a:p>
          <a:p>
            <a:pPr marL="457200" lvl="0" indent="-457200">
              <a:buFont typeface="Arial" pitchFamily="34" charset="0"/>
              <a:buChar char="•"/>
            </a:pPr>
            <a:r>
              <a:rPr lang="es-ES" sz="3000" b="0" dirty="0"/>
              <a:t>Archivo de pacientes con datos personales e información secundaria.</a:t>
            </a:r>
            <a:endParaRPr lang="es-MX" sz="3000" b="0" dirty="0"/>
          </a:p>
          <a:p>
            <a:pPr marL="457200" lvl="0" indent="-457200">
              <a:buFont typeface="Arial" pitchFamily="34" charset="0"/>
              <a:buChar char="•"/>
            </a:pPr>
            <a:r>
              <a:rPr lang="es-ES" sz="3000" b="0" dirty="0"/>
              <a:t>Gráficos sobre la evolución del crecimiento con datos comparativos.</a:t>
            </a:r>
            <a:endParaRPr lang="es-MX" sz="3000" b="0" dirty="0"/>
          </a:p>
          <a:p>
            <a:pPr marL="457200" lvl="0" indent="-457200">
              <a:buFont typeface="Arial" pitchFamily="34" charset="0"/>
              <a:buChar char="•"/>
            </a:pPr>
            <a:r>
              <a:rPr lang="es-ES" sz="3000" b="0" dirty="0"/>
              <a:t>Historial de consultas de cada paciente.</a:t>
            </a:r>
            <a:endParaRPr lang="es-MX" sz="3000" b="0" dirty="0"/>
          </a:p>
          <a:p>
            <a:pPr marL="457200" lvl="0" indent="-457200">
              <a:buFont typeface="Arial" pitchFamily="34" charset="0"/>
              <a:buChar char="•"/>
            </a:pPr>
            <a:r>
              <a:rPr lang="es-ES" sz="3000" b="0" dirty="0"/>
              <a:t>Archivos de padres y madres.</a:t>
            </a:r>
            <a:endParaRPr lang="es-MX" sz="3000" b="0" dirty="0"/>
          </a:p>
          <a:p>
            <a:pPr marL="457200" lvl="0" indent="-457200">
              <a:buFont typeface="Arial" pitchFamily="34" charset="0"/>
              <a:buChar char="•"/>
            </a:pPr>
            <a:r>
              <a:rPr lang="es-ES" sz="3000" b="0" dirty="0"/>
              <a:t>Bases de datos para consultas y patologías.</a:t>
            </a:r>
            <a:endParaRPr lang="es-MX" sz="3000" b="0" dirty="0"/>
          </a:p>
          <a:p>
            <a:pPr marL="457200" lvl="0" indent="-457200">
              <a:buFont typeface="Arial" pitchFamily="34" charset="0"/>
              <a:buChar char="•"/>
            </a:pPr>
            <a:r>
              <a:rPr lang="es-ES" sz="3000" b="0" dirty="0"/>
              <a:t>Agenda de turnos.</a:t>
            </a:r>
            <a:endParaRPr lang="es-MX" sz="3000" b="0" dirty="0"/>
          </a:p>
          <a:p>
            <a:pPr marL="457200" lvl="0" indent="-457200">
              <a:buFont typeface="Arial" pitchFamily="34" charset="0"/>
              <a:buChar char="•"/>
            </a:pPr>
            <a:r>
              <a:rPr lang="es-ES" sz="3000" b="0" dirty="0"/>
              <a:t>Tabla de planes de vacunación.</a:t>
            </a:r>
            <a:endParaRPr lang="es-MX" sz="3000" b="0" dirty="0"/>
          </a:p>
          <a:p>
            <a:pPr marL="457200" lvl="0" indent="-457200">
              <a:buFont typeface="Arial" pitchFamily="34" charset="0"/>
              <a:buChar char="•"/>
            </a:pPr>
            <a:r>
              <a:rPr lang="es-ES" sz="3000" b="0" dirty="0"/>
              <a:t>Informes estadísticos sobre los tipos de consultas y los diagnósticos.</a:t>
            </a:r>
            <a:endParaRPr lang="es-MX" sz="3000" b="0" dirty="0"/>
          </a:p>
          <a:p>
            <a:pPr marL="457200" lvl="0" indent="-457200">
              <a:buFont typeface="Arial" pitchFamily="34" charset="0"/>
              <a:buChar char="•"/>
            </a:pPr>
            <a:r>
              <a:rPr lang="es-ES" sz="3000" b="0" dirty="0"/>
              <a:t>Gráficos estadísticos de patologías...</a:t>
            </a:r>
            <a:endParaRPr lang="es-MX" sz="3000" b="0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xmlns="" val="2172892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Necesidades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Servidor (Computadora)</a:t>
            </a:r>
          </a:p>
          <a:p>
            <a:r>
              <a:rPr lang="en-US" dirty="0" smtClean="0"/>
              <a:t>Switch </a:t>
            </a:r>
          </a:p>
          <a:p>
            <a:r>
              <a:rPr lang="en-US" dirty="0" smtClean="0"/>
              <a:t>Cable Ethernet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 descr="data:image/jpeg;base64,/9j/4AAQSkZJRgABAQAAAQABAAD/2wCEAAkGBhQQEBQPEBQQEBQUEA8UFhUUFRAQFRQUFhQVFBUQFRUXHDIeGBkkGRQUIC8gIycpLCwsFR4xNTAqNSYsLCkBCQoKDgwNGA8PFCkYFRwpKSkpNSkpKTUpKy0pLCkyKjUsMDUqMTYyKSkpLikpNTYxLzU1LjUpKSksLTUpKSkpLP/AABEIAMsA+AMBIgACEQEDEQH/xAAcAAEAAQUBAQAAAAAAAAAAAAAABwIDBAUGCAH/xABPEAABAwIDAggICQkHAwUAAAABAAIDBBEFEiEHMQYTQVFhcYGxIiMycpGhssIUM0JSc3SCg8EIJDRDYpKztNIVNVOEotHwY5PDFheUo+H/xAAXAQEBAQEAAAAAAAAAAAAAAAAAAQID/8QAIhEBAAMAAAQHAAAAAAAAAAAAAAECESFBccEDQ1GRsdHS/9oADAMBAAIRAxEAPwCcUREBERAREQEREBERAREQEREBERAREQEREBERAREQEREBERAREQEREBERAREQEXy6XQfUXy6+oCIiDBocYZOZOJvII5DG5wtlzgAua0k+Fa4uRpfS9wbZfGdDvUe5cFwEkc3C5yxxY4VE9nANJB8WLgOBF+sFZsNTU8lU8+fFTO9hrUHY8YOn0FOMHOO5cwK6rG6amd51NJf0tnHcqjidZyijf21EX9SDpQ8c4VS4itkqn/qaf7NQ/wB6Ad656roK692Me3zKiMe8FRLCKFJqnF4/JNZ/3I5PfKxzwzxiLeZz50DH+vImCc0UGN2tYlH5bI3edC4dxCvs251TfLp6c9QlZ3uKYJsRQ9Ft9I+MpB9mUt72LMi2/wAHy6advmvjf32TBKqKN4tvFAfKZVs+xG7ues6HbVhjt8srPOhm90FQd0i5OHathjt1ZEPOErPaaFsKfh1QSeRW0Z6OOiB9BKDeIvjXXFxqF9QEREBERAREQYtficVOzPNIyJvO4gX6BznoC4TG9r0bSWUkZlPz3+CzsbvPblUecIal0lTK6Rz3njZQC4l1gHkAC/JbkWsLkFHCnhpLLUt4yQ3cGl0hzODL62bG35IGgAtuvrdY7cWbfSvI/wAvVN7iVzuPHx/3Y9ha2N2qsTnLXK9LWnhea9M7xKSKDFnjyMSf2NqW97SujocVqCNMSlPRZ/vRKMcLdr2/gF2OEvV2PT5+2I8K8ebb2r+XZQV9XvFbK7rjhcO28YPrXecDMZfVUoklADw+SN1t2aN7oyR0EtJ7VHtE7Rdts5H5o761WfzMqkzvJ1pWaxxtNuudohzfAvF4vgdXSZ2iZsksvFnRxjLg0PA5RdhBtu0vvC3FNIoPxFxZisJBI8ewc2hqJAR2i4UwUtSktt8xyuArAinWQ2ZQX7qh7lRxqsyTIKKh60lc9Z9TOtLWTINZWOWnqVsaqRaqdyDAnjHMPQFrZ6dvzW+gBbKYrAmKDXy07eYLFfAOZZspWK9BYNOOlUyQgNPL1q8qJfJPUro9O7M6jPhFE4kn82jbrr5N2e6umXFbG5s2C037PHt9E8i7VQEREBERAREQeYsXmJrJRc2+ES6X/bK+lWcRP55J9PJ7RVWfvI9FkHL498f937i1bTqtpj/x/wB37pWqCDd4Y7X0dy7DCX7lxOGu1XaYPTvLQ8MeW3tmDXEX5r2sg6+gdou82dj80d9ZrP5mVcBQ3GhBB5iCD6CpA2efoZ+s1n8xKg8/8IzbE4zzTj1VUikymqlGXDA2xIdEzv5mRdrDVKyOqhrFlsq1zEVYsplaoN+atWZatag1qsyViDNqapaqpnVE1UsCeoQUVEq18z1cllWHK9BZmcsGUrIlesOVyDHkKxnK9IVYKD4qZNx6j3KpfCEE/bCZ82ENb8yoqG+lwf76kNRd+T3NfDpm/NrHf6oYipRSQREQEREBERB5cr/0uT6eT2iqI3a9R/BV1zT8Kef+s/2iqbWP2j3f/qDnMf8Aj/ux7C1S2vCD4/7sewtUg2GHu1UpcH8bhZRRRPaHuEspLegkWPo0UU0LtV1WFv3IO/jqmvddgyjK0W9PdcDsUg7PP0M/WKv+YlUYYY/cpO2dfoZ+sVf8xIg8/wDDwWxE9E0vqqZFvYqlaPaMLYg/omqP5iRZTJVZG9jq1kNq1oWVCvNqVBuvhaodVrVfCV8M6DOkqVjSTLHdMrT5UFckqxZJEfIsaSRB8kesWRyrkeseRyC28q0VU4qlAREQTD+TtL4isZzTQO9LHN9xS+oT/J3mtJWx87ad3ofMD3hTYgIiICIiAiIg80VPxkn0kntFYrgsmp8t/wBJJ7RWM4oOYx/4/wC7HsLVLaY/8f8Adj2Fq0GTSHVdPhb9y5SnOq6TC3bkHcYW/cpT2cH8yP1ir/mJFEuFP3KWNm36F/mKv+PIggbacLYhJ9PU/wAdyttkV7arpiEv1iq/iX/Fa9sisjObKrglWC2RVCRQZ3GpxqwxInGIMoyqh0qxzIqHSILrpFZfIrbpFbc9B9e9WXORzlQUHwoiICIiCSPyf5LV9S3npif3ZWf1qeF572GzZcWcPn0049cTvdXoRAREQEREBERB5lqD4b/pJPaK1Uh8b2juWbNU+Ne0/wCI+3pO9YMnxvaEGl4QfH/YZ7Kwm05MZk0yte1p1bmu4OIIbe5Hgm5GguOdbDhBF42+Zou1otrfRo10G7X1Fa3ielv+r/ZB8hHhADW//LLpcOgeN7Hi3O1w6OboPoXORsLSCHAEEEEZgQeQjRdrgmGSSRtea2kYHXOSSqe141IOZltCd/ag3uGxub5TXN6wR3qWtmh/Mf8AMVf8eRRjQYaflVdI/qmlf7ik7ZqLURAIdaoq9Rex8fJqL62QQVtb/vCT6zVe0w/itMHrebXxbEJfrFR3RFc+46nrPerIviRVCRY2ZfcygyeMXzjFYzL5nQZBkVBkVrMvhKCsvVBcqS5fMw6EH0lFXBA6RwbG173Hc1jXPJ5dA0XWxj4K1jvJpKs/cT/0oNWi3sfAPEHbqOq7Y3N71fGznEeWllHW6Fve9BzaLezcB6xnlwlvW+L8HLBfgcw0LfWD3IOi2PPy4zD+02dv/wBLj7q9Hrzbs6p3w4rSPeA3NLYag3DmPjPrK9JKgiIoCIiAiIg8q1H6Q76R3erMg8b2juWXVwkTk8hee8rGkHjftDuCDScIz4/7LVj0kYyl3gnVt80cj8t7gC401/ALJ4SstOfNHqWBHWvax0TXOax5YXNBsHFhJaT1ElAqGgHS3JoGuZbQa6863GHMj4ove+dhBI8XC2UWtceEZBrv0tzLRySFxzOJJPKdStnhdQW7uUWOgPeg6rApHWYTzC/7oN+u/edBYF03bLP0D7+q/jyKFMLqTlDL6A3tYb+e+/lU07Kf7vH09V/HkQQ9tnoHNxB+cFgdK97SRYOa5kWrTuOrSOwrjuOvyt/52r17VUUcoyysZIL3s9rXi/PYhUQ4XCzyIom+axje4IPJLI3O8lrj1Au7llxYFUv8mCqd5sMh91etA3sX1B5Vi4D17t1JXf8AZkb6y1ZkezLEXCwpKjrcWN73BenkQeV8b2d1tHGJamIxtc/ICZIXXdkc+1mvJ8ljjfoXNw07n6tF1Oe32vywwR3+TVSW6mshH8Zy89NkINwSDzg2WhtTQOG/TsKu02HZ3NYCbuc1osOUmw5elWKPH3s0daRvTo7sI/FdfwJEdViNIxgGtTG4i1jZnjHX7GoO5o/yeuLc2T4fI17SCHRw5HNI3FruMuD0qS6bDJ44MnHMmla2wkkjyh5G4vEbh2kW57LcIsiOanhPjDHFn9mxXHymufMxw+c1zXD0Gx6FjPxrHX+TRws+x/VKpPRBEdVhWOTaOjgZ/wDGHvFa5+y/FJfLfTt63N91im1FdEWcGdkM0FVBUzzREQvDy2PjHF7h5Iu4ANF7cilNEUBERAREQEREHmrEqZ0Uz4nizmuPaL6ELUSsIlB5C4KXdonBAvvIweGLlp5xvLSot3mxFiDqDvBCDnOFbbVBHX3rTLf8N48tW8btXd659B9WbQOWCVlUTtUHX4W/cpy2Uf3ePp6r+PIoGwx+5Tnsxro4qJkUkkcb3STvaxzmtc5rppLODSbkIO5RampxwOLoqW08oHIfFRn/AKsg0Hmi7uhUO4NNlaPhUkszt5tJLFHm/ZjY4AAcl7npQblFpxwYY34mSpp+iOV5bfnyPu2/Yqf7PrGfF1Mco5p4Rf8AeiLe5BukUecJdqUlBKaWWnifMI2vuyV2Szr2JDmZuTdr1rTUnDOsrTrM2Bp+TEAz/Ubu9auDn/ygqvNU5Afi6emb2ySTPI9EbFynB/glTTxxveJTmaCbPsL8trBdTtP4FPfTOro5ZJXxhpla5zn542iwk1PlMB/dvzaxJFWkDKS/LzB1gqJrwnZ3hm+VjT9JPI33wt5T4Th1DWUElI2lic6qkY5zZA85TSz6ElxsM2XtsvOr5QdwA9Z9JXQYTXQNLZHCNp0B0ZcO+cGkaj/lwg9bR1jHeS9h6nNKvLzjR8PmMdkMsLm/OPGtHa0A9y37OH8DReCsyHfZr3NbfoY7S3Ypgm9FCtLtvlhdaUQ1LOceKf2Fvgn91TFh1aJ4Y5mhzRJHHIA7RwDmhwBHPqoMhERAREQEREBERAREQWKykbKwsduPqPOFC/D/AIJOgkM7Bu1dYaOb/iDpHL0dSm9YWLYW2ojLHb9bHmP+yCMOH/BumkoYamSNji0+WCWkg/JzA6qOafDaJ5sKY9s8n+6mKfghLHDYSOLBujyRyBo5gHjctVHwemO64/y1Og5fCuAlHLvgaOuaX+pdJSbMMPGpjgHXLIffWyi4OVH+Lk64aRve1VPwR48urjb1/wBns/8AEgpq+BNEyB/waOmMoaS2zszrjXQFxut5wNw7jqNpq4WZiScr2tdbfrZw0uLG3StG2GFmr8TY3oFVTR+wAt7Q8NqCGINdWU5yi1zKJDpylw3npQdNBTtjaGMa1jRuDQGgdgVxctLtOw5upqWW5wHEHqNlYftXw8EDjnEnQWjmN+geCg7BFxJ2vUNyGmocQAbCCS9jpex5FYdtlo8pcI6xwFwSImaEbwbv0QbzhRwCo8Ss6pivI0WbKwujkaOYPbvGp0NxquQl2KGM3pK+oiHIJo4qjsuMpWW/bZTZQ8Q1Jad3xIO+2oz3CsVO3CFjg34NMb8vGQ27bHRBiz7OMUyljayikaQQc8U7LgixByk8ijvFdg9dTgPc+ney/hPj46TIPnOYGZiPNBUmjbbHmt8HLQQSHOmjym1ha4G83V+n2vse1znRsjDbA3ka+xJtY2tpqNemyCOcN/J+qJmCVlVQyMducx0zx7G/oW0p/wAmyS/jKyIebE93e4LeO4e08dQZontpnEgvbGWls3PxsRNr7vCGvStiNsEZJ1jI0tZryRfdfwlRrsN/J3poyDLM6boyZB7ZXVUmybD4xb4PEeksjJ9JBPoK09Jtfa54FmPaTobSMPMRmIy3vz2XZ0/Cylfbx8LHEA5HvbG/qyuO9Bi4ds+oKd/GRUsAeNznN4xwPOC69uxdCsatxOKCMzTSRxRgXL3ua1tvOOiijhht1DHBmGN40AnNLJHIWnmDG6G3SfRyqCYEXmw7WsXqX5IpHMLjo2OGPT/SSO0rKHDzGov11yN4eyNxPWHN7rIPRKKHuC+3fxjYMVibDcgCePNkB55GG5A6QT1KX4pQ5oc0hzXAEEEEEEXBBG8WQVIiICIiAiIg5naNUVEeHyyUkhhlblOYAElt7Fuo8Hfv6F5/p+HNc9xY+qrHOJNvHui3aZOu69RVEDZGOjeA5rmlpB5QdCF5m2kcE3UFW4tvlLg5rrX3+S71WPSDzoMH/wBQVQLmzVFQ46EZ6qVotqC24dqdFYdiL3RkPkJ3kPMsz7t1OYFvNe2o5F9hq88ebMQdzgZIY7dOjb6lUwtF8ofGG8WQWcbK4WzbwGt39CoolBLWl2VpBbrlmcCb2b4W6x0uDzqmSmN2HKWP5GmIhpeBctuN/LbTlV2khz5hoCBdzHCocLNvkc25B1B3XJ5gvsFMXMdlY4uBN2GEvDZCBfVztAdOTl3IKnPc2UOGZri06FkUd2A7s17XGm9fY3Oa5zcxbmtmDnQx3LrEOab2OgtZUijOsbGWIyEh7adoyuJu0Oc4m28b9FfNKdBeMN5WulptRbSxDbgg2N9d3agsMILSwuuASAx0rRbINwsCHA6HcvjW3Za5cQAcofIHgE2GgbYlvOOZZZYSbmWMgDc6Z77H5zS1ngm1xoqmAXJMjHXIOpq32tyAixtyoLDoczhYFxDrEhtQS2wBGZpG48osN9wvjYh5YacuU6iN5ub2c1zXP3i3JzHRXRDHYgva7yteKmcbHkBLxoORKalEh4sDM4G7XCKMOcGgEElzr5tDu3+pB9gjsSBcZnEDK1jm2t4Li3OS3p5N11S9jbWcY9wuWup2684J1Cv1EZjcM7CDmL2PY2BrsrhlLXWu3eDyKllQ7X40i4Is6NjhpqCQzUKDXuDh4ppjc12nyHWBPzgPT6uYbCiY/wAFj3MfcPyuDmkOOg4t4y+ELHdqvhMhd4RlewjyHPLhfnvbkOo0VcbS27Qw5CAMhe8gakki1t5P/LoL1Zhz2MzvBDRfws0p4tx0BFtSzU6nUbjcanFyvzgOzNffR2WW0ga25aRcD52nossqJ8oBADjqTcvlJG+w38l+XtukVM7cYYyMxOoebX1Ibc2AvrbdqqMGWnLhpeN1ml0di1rr38IFzug/jzrc4FwsbAWxy2mYDlPGsa4NHzHi5zDpGo5CrE1IDbLCxpBBBs1pBHMVSKU5s2Rl7EfIGh1NxbXVB2nCDg9BX0zHYezI9ri90QeC1txbjGA7wb+UO1R7W4LPCSHseOsHvC21JPVxPD6d5jLXZhlDTY9Gnq5bqbsDhFfSMkq4WslIs8Wym/I6x1aCLOAPIVB5tHSFs2409sZaRxwHk3NnA+fvU41+zCml1tbsBWlqNiMD/lkdRcPxQQRij5JyLhreku/Gy9D7G4ZYsLiimeXnNIWX+RGSMsfPa+Y/assCl2EUbTd7pH9F13eE4JHTMbHFcNaLC+uiDYIiICIiAiIgLlNonBRtdSusLyMBLbb3D5TB06XHSAurRB5PGDTwElpsxxsHgDK7LcbzuPO3eNxAV6Khmc7Nxji6xFw6xsdSNOTQKbOE2y0TSuqaGeWilfq/i3OayQ87mjQrQM2YYodHYlMB+y9zPU1BH8PBqoebgTvJAFwJXG3NcciyRwHnOropetzHj1uC70bGJn/HV9U/rkee9XY9g1P+smmf1k/7oI/HA5zfKMTfOlpme08L7/YETfKqKNvXUU59lxUlw7DKEb+Md1krOh2O4c39TfrKCJDSUjfKrKTsdM/2YyvnG0A31THeZFUv72BTZDszw9m6nYs2LgXRt3U8XougggVtBySVL/MpHe9IFcbX0nyYcRk6oI2d8hU/R4BTt3QxD7LVkMw+Mbo2D7LUHn9lTGfIoMRf1ugZ/wCMrJjbKfIwqpPnzt92IKfGwtG4AdgVWVBBUeH1rvIwqMefNUHuIWUzAMUd5NBQs6zVO9qVTYiCG4+CWLH9Thsf3LXe0SsmPgLip3yULOqlpfxapbRBFjNnmJnfWxM8yCBvc1X27Nq8+ViU482zO4KTEQRt/wC1dS7y8Trj1SyjuK6nghwRZh0bmNfJKXuzOc8lxLuVxJ5V0CICIiAiIgIiICIiAiIgIiICIiAiIgIiICIiAiIgIiICIiAiIgIiICIiAiIgIiICIiAiIg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data:image/jpeg;base64,/9j/4AAQSkZJRgABAQAAAQABAAD/2wCEAAkGBhQQEBQPEBQQEBQUEA8UFhUUFRAQFRQUFhQVFBUQFRUXHDIeGBkkGRQUIC8gIycpLCwsFR4xNTAqNSYsLCkBCQoKDgwNGA8PFCkYFRwpKSkpNSkpKTUpKy0pLCkyKjUsMDUqMTYyKSkpLikpNTYxLzU1LjUpKSksLTUpKSkpLP/AABEIAMsA+AMBIgACEQEDEQH/xAAcAAEAAQUBAQAAAAAAAAAAAAAABwIDBAUGCAH/xABPEAABAwIDAggICQkHAwUAAAABAAIDBBEFEiEHMQYTQVFhcYGxIiMycpGhssIUM0JSc3SCg8EIJDRDYpKztNIVNVOEotHwY5PDFheUo+H/xAAXAQEBAQEAAAAAAAAAAAAAAAAAAQID/8QAIhEBAAMAAAQHAAAAAAAAAAAAAAECESFBccEDQ1GRsdHS/9oADAMBAAIRAxEAPwCcUREBERAREQEREBERAREQEREBERAREQEREBERAREQEREBERAREQEREBERAREQEXy6XQfUXy6+oCIiDBocYZOZOJvII5DG5wtlzgAua0k+Fa4uRpfS9wbZfGdDvUe5cFwEkc3C5yxxY4VE9nANJB8WLgOBF+sFZsNTU8lU8+fFTO9hrUHY8YOn0FOMHOO5cwK6rG6amd51NJf0tnHcqjidZyijf21EX9SDpQ8c4VS4itkqn/qaf7NQ/wB6Ad656roK692Me3zKiMe8FRLCKFJqnF4/JNZ/3I5PfKxzwzxiLeZz50DH+vImCc0UGN2tYlH5bI3edC4dxCvs251TfLp6c9QlZ3uKYJsRQ9Ft9I+MpB9mUt72LMi2/wAHy6advmvjf32TBKqKN4tvFAfKZVs+xG7ues6HbVhjt8srPOhm90FQd0i5OHathjt1ZEPOErPaaFsKfh1QSeRW0Z6OOiB9BKDeIvjXXFxqF9QEREBERAREQYtficVOzPNIyJvO4gX6BznoC4TG9r0bSWUkZlPz3+CzsbvPblUecIal0lTK6Rz3njZQC4l1gHkAC/JbkWsLkFHCnhpLLUt4yQ3cGl0hzODL62bG35IGgAtuvrdY7cWbfSvI/wAvVN7iVzuPHx/3Y9ha2N2qsTnLXK9LWnhea9M7xKSKDFnjyMSf2NqW97SujocVqCNMSlPRZ/vRKMcLdr2/gF2OEvV2PT5+2I8K8ebb2r+XZQV9XvFbK7rjhcO28YPrXecDMZfVUoklADw+SN1t2aN7oyR0EtJ7VHtE7Rdts5H5o761WfzMqkzvJ1pWaxxtNuudohzfAvF4vgdXSZ2iZsksvFnRxjLg0PA5RdhBtu0vvC3FNIoPxFxZisJBI8ewc2hqJAR2i4UwUtSktt8xyuArAinWQ2ZQX7qh7lRxqsyTIKKh60lc9Z9TOtLWTINZWOWnqVsaqRaqdyDAnjHMPQFrZ6dvzW+gBbKYrAmKDXy07eYLFfAOZZspWK9BYNOOlUyQgNPL1q8qJfJPUro9O7M6jPhFE4kn82jbrr5N2e6umXFbG5s2C037PHt9E8i7VQEREBERAREQeYsXmJrJRc2+ES6X/bK+lWcRP55J9PJ7RVWfvI9FkHL498f937i1bTqtpj/x/wB37pWqCDd4Y7X0dy7DCX7lxOGu1XaYPTvLQ8MeW3tmDXEX5r2sg6+gdou82dj80d9ZrP5mVcBQ3GhBB5iCD6CpA2efoZ+s1n8xKg8/8IzbE4zzTj1VUikymqlGXDA2xIdEzv5mRdrDVKyOqhrFlsq1zEVYsplaoN+atWZatag1qsyViDNqapaqpnVE1UsCeoQUVEq18z1cllWHK9BZmcsGUrIlesOVyDHkKxnK9IVYKD4qZNx6j3KpfCEE/bCZ82ENb8yoqG+lwf76kNRd+T3NfDpm/NrHf6oYipRSQREQEREBERB5cr/0uT6eT2iqI3a9R/BV1zT8Kef+s/2iqbWP2j3f/qDnMf8Aj/ux7C1S2vCD4/7sewtUg2GHu1UpcH8bhZRRRPaHuEspLegkWPo0UU0LtV1WFv3IO/jqmvddgyjK0W9PdcDsUg7PP0M/WKv+YlUYYY/cpO2dfoZ+sVf8xIg8/wDDwWxE9E0vqqZFvYqlaPaMLYg/omqP5iRZTJVZG9jq1kNq1oWVCvNqVBuvhaodVrVfCV8M6DOkqVjSTLHdMrT5UFckqxZJEfIsaSRB8kesWRyrkeseRyC28q0VU4qlAREQTD+TtL4isZzTQO9LHN9xS+oT/J3mtJWx87ad3ofMD3hTYgIiICIiAiIg80VPxkn0kntFYrgsmp8t/wBJJ7RWM4oOYx/4/wC7HsLVLaY/8f8Adj2Fq0GTSHVdPhb9y5SnOq6TC3bkHcYW/cpT2cH8yP1ir/mJFEuFP3KWNm36F/mKv+PIggbacLYhJ9PU/wAdyttkV7arpiEv1iq/iX/Fa9sisjObKrglWC2RVCRQZ3GpxqwxInGIMoyqh0qxzIqHSILrpFZfIrbpFbc9B9e9WXORzlQUHwoiICIiCSPyf5LV9S3npif3ZWf1qeF572GzZcWcPn0049cTvdXoRAREQEREBERB5lqD4b/pJPaK1Uh8b2juWbNU+Ne0/wCI+3pO9YMnxvaEGl4QfH/YZ7Kwm05MZk0yte1p1bmu4OIIbe5Hgm5GguOdbDhBF42+Zou1otrfRo10G7X1Fa3ielv+r/ZB8hHhADW//LLpcOgeN7Hi3O1w6OboPoXORsLSCHAEEEEZgQeQjRdrgmGSSRtea2kYHXOSSqe141IOZltCd/ag3uGxub5TXN6wR3qWtmh/Mf8AMVf8eRRjQYaflVdI/qmlf7ik7ZqLURAIdaoq9Rex8fJqL62QQVtb/vCT6zVe0w/itMHrebXxbEJfrFR3RFc+46nrPerIviRVCRY2ZfcygyeMXzjFYzL5nQZBkVBkVrMvhKCsvVBcqS5fMw6EH0lFXBA6RwbG173Hc1jXPJ5dA0XWxj4K1jvJpKs/cT/0oNWi3sfAPEHbqOq7Y3N71fGznEeWllHW6Fve9BzaLezcB6xnlwlvW+L8HLBfgcw0LfWD3IOi2PPy4zD+02dv/wBLj7q9Hrzbs6p3w4rSPeA3NLYag3DmPjPrK9JKgiIoCIiAiIg8q1H6Q76R3erMg8b2juWXVwkTk8hee8rGkHjftDuCDScIz4/7LVj0kYyl3gnVt80cj8t7gC401/ALJ4SstOfNHqWBHWvax0TXOax5YXNBsHFhJaT1ElAqGgHS3JoGuZbQa6863GHMj4ove+dhBI8XC2UWtceEZBrv0tzLRySFxzOJJPKdStnhdQW7uUWOgPeg6rApHWYTzC/7oN+u/edBYF03bLP0D7+q/jyKFMLqTlDL6A3tYb+e+/lU07Kf7vH09V/HkQQ9tnoHNxB+cFgdK97SRYOa5kWrTuOrSOwrjuOvyt/52r17VUUcoyysZIL3s9rXi/PYhUQ4XCzyIom+axje4IPJLI3O8lrj1Au7llxYFUv8mCqd5sMh91etA3sX1B5Vi4D17t1JXf8AZkb6y1ZkezLEXCwpKjrcWN73BenkQeV8b2d1tHGJamIxtc/ICZIXXdkc+1mvJ8ljjfoXNw07n6tF1Oe32vywwR3+TVSW6mshH8Zy89NkINwSDzg2WhtTQOG/TsKu02HZ3NYCbuc1osOUmw5elWKPH3s0daRvTo7sI/FdfwJEdViNIxgGtTG4i1jZnjHX7GoO5o/yeuLc2T4fI17SCHRw5HNI3FruMuD0qS6bDJ44MnHMmla2wkkjyh5G4vEbh2kW57LcIsiOanhPjDHFn9mxXHymufMxw+c1zXD0Gx6FjPxrHX+TRws+x/VKpPRBEdVhWOTaOjgZ/wDGHvFa5+y/FJfLfTt63N91im1FdEWcGdkM0FVBUzzREQvDy2PjHF7h5Iu4ANF7cilNEUBERAREQEREHmrEqZ0Uz4nizmuPaL6ELUSsIlB5C4KXdonBAvvIweGLlp5xvLSot3mxFiDqDvBCDnOFbbVBHX3rTLf8N48tW8btXd659B9WbQOWCVlUTtUHX4W/cpy2Uf3ePp6r+PIoGwx+5Tnsxro4qJkUkkcb3STvaxzmtc5rppLODSbkIO5RampxwOLoqW08oHIfFRn/AKsg0Hmi7uhUO4NNlaPhUkszt5tJLFHm/ZjY4AAcl7npQblFpxwYY34mSpp+iOV5bfnyPu2/Yqf7PrGfF1Mco5p4Rf8AeiLe5BukUecJdqUlBKaWWnifMI2vuyV2Szr2JDmZuTdr1rTUnDOsrTrM2Bp+TEAz/Ubu9auDn/ygqvNU5Afi6emb2ySTPI9EbFynB/glTTxxveJTmaCbPsL8trBdTtP4FPfTOro5ZJXxhpla5zn542iwk1PlMB/dvzaxJFWkDKS/LzB1gqJrwnZ3hm+VjT9JPI33wt5T4Th1DWUElI2lic6qkY5zZA85TSz6ElxsM2XtsvOr5QdwA9Z9JXQYTXQNLZHCNp0B0ZcO+cGkaj/lwg9bR1jHeS9h6nNKvLzjR8PmMdkMsLm/OPGtHa0A9y37OH8DReCsyHfZr3NbfoY7S3Ypgm9FCtLtvlhdaUQ1LOceKf2Fvgn91TFh1aJ4Y5mhzRJHHIA7RwDmhwBHPqoMhERAREQEREBERAREQWKykbKwsduPqPOFC/D/AIJOgkM7Bu1dYaOb/iDpHL0dSm9YWLYW2ojLHb9bHmP+yCMOH/BumkoYamSNji0+WCWkg/JzA6qOafDaJ5sKY9s8n+6mKfghLHDYSOLBujyRyBo5gHjctVHwemO64/y1Og5fCuAlHLvgaOuaX+pdJSbMMPGpjgHXLIffWyi4OVH+Lk64aRve1VPwR48urjb1/wBns/8AEgpq+BNEyB/waOmMoaS2zszrjXQFxut5wNw7jqNpq4WZiScr2tdbfrZw0uLG3StG2GFmr8TY3oFVTR+wAt7Q8NqCGINdWU5yi1zKJDpylw3npQdNBTtjaGMa1jRuDQGgdgVxctLtOw5upqWW5wHEHqNlYftXw8EDjnEnQWjmN+geCg7BFxJ2vUNyGmocQAbCCS9jpex5FYdtlo8pcI6xwFwSImaEbwbv0QbzhRwCo8Ss6pivI0WbKwujkaOYPbvGp0NxquQl2KGM3pK+oiHIJo4qjsuMpWW/bZTZQ8Q1Jad3xIO+2oz3CsVO3CFjg34NMb8vGQ27bHRBiz7OMUyljayikaQQc8U7LgixByk8ijvFdg9dTgPc+ney/hPj46TIPnOYGZiPNBUmjbbHmt8HLQQSHOmjym1ha4G83V+n2vse1znRsjDbA3ka+xJtY2tpqNemyCOcN/J+qJmCVlVQyMducx0zx7G/oW0p/wAmyS/jKyIebE93e4LeO4e08dQZontpnEgvbGWls3PxsRNr7vCGvStiNsEZJ1jI0tZryRfdfwlRrsN/J3poyDLM6boyZB7ZXVUmybD4xb4PEeksjJ9JBPoK09Jtfa54FmPaTobSMPMRmIy3vz2XZ0/Cylfbx8LHEA5HvbG/qyuO9Bi4ds+oKd/GRUsAeNznN4xwPOC69uxdCsatxOKCMzTSRxRgXL3ua1tvOOiijhht1DHBmGN40AnNLJHIWnmDG6G3SfRyqCYEXmw7WsXqX5IpHMLjo2OGPT/SSO0rKHDzGov11yN4eyNxPWHN7rIPRKKHuC+3fxjYMVibDcgCePNkB55GG5A6QT1KX4pQ5oc0hzXAEEEEEEXBBG8WQVIiICIiAiIg5naNUVEeHyyUkhhlblOYAElt7Fuo8Hfv6F5/p+HNc9xY+qrHOJNvHui3aZOu69RVEDZGOjeA5rmlpB5QdCF5m2kcE3UFW4tvlLg5rrX3+S71WPSDzoMH/wBQVQLmzVFQ46EZ6qVotqC24dqdFYdiL3RkPkJ3kPMsz7t1OYFvNe2o5F9hq88ebMQdzgZIY7dOjb6lUwtF8ofGG8WQWcbK4WzbwGt39CoolBLWl2VpBbrlmcCb2b4W6x0uDzqmSmN2HKWP5GmIhpeBctuN/LbTlV2khz5hoCBdzHCocLNvkc25B1B3XJ5gvsFMXMdlY4uBN2GEvDZCBfVztAdOTl3IKnPc2UOGZri06FkUd2A7s17XGm9fY3Oa5zcxbmtmDnQx3LrEOab2OgtZUijOsbGWIyEh7adoyuJu0Oc4m28b9FfNKdBeMN5WulptRbSxDbgg2N9d3agsMILSwuuASAx0rRbINwsCHA6HcvjW3Za5cQAcofIHgE2GgbYlvOOZZZYSbmWMgDc6Z77H5zS1ngm1xoqmAXJMjHXIOpq32tyAixtyoLDoczhYFxDrEhtQS2wBGZpG48osN9wvjYh5YacuU6iN5ub2c1zXP3i3JzHRXRDHYgva7yteKmcbHkBLxoORKalEh4sDM4G7XCKMOcGgEElzr5tDu3+pB9gjsSBcZnEDK1jm2t4Li3OS3p5N11S9jbWcY9wuWup2684J1Cv1EZjcM7CDmL2PY2BrsrhlLXWu3eDyKllQ7X40i4Is6NjhpqCQzUKDXuDh4ppjc12nyHWBPzgPT6uYbCiY/wAFj3MfcPyuDmkOOg4t4y+ELHdqvhMhd4RlewjyHPLhfnvbkOo0VcbS27Qw5CAMhe8gakki1t5P/LoL1Zhz2MzvBDRfws0p4tx0BFtSzU6nUbjcanFyvzgOzNffR2WW0ga25aRcD52nossqJ8oBADjqTcvlJG+w38l+XtukVM7cYYyMxOoebX1Ibc2AvrbdqqMGWnLhpeN1ml0di1rr38IFzug/jzrc4FwsbAWxy2mYDlPGsa4NHzHi5zDpGo5CrE1IDbLCxpBBBs1pBHMVSKU5s2Rl7EfIGh1NxbXVB2nCDg9BX0zHYezI9ri90QeC1txbjGA7wb+UO1R7W4LPCSHseOsHvC21JPVxPD6d5jLXZhlDTY9Gnq5bqbsDhFfSMkq4WslIs8Wym/I6x1aCLOAPIVB5tHSFs2409sZaRxwHk3NnA+fvU41+zCml1tbsBWlqNiMD/lkdRcPxQQRij5JyLhreku/Gy9D7G4ZYsLiimeXnNIWX+RGSMsfPa+Y/assCl2EUbTd7pH9F13eE4JHTMbHFcNaLC+uiDYIiICIiAiIgLlNonBRtdSusLyMBLbb3D5TB06XHSAurRB5PGDTwElpsxxsHgDK7LcbzuPO3eNxAV6Khmc7Nxji6xFw6xsdSNOTQKbOE2y0TSuqaGeWilfq/i3OayQ87mjQrQM2YYodHYlMB+y9zPU1BH8PBqoebgTvJAFwJXG3NcciyRwHnOropetzHj1uC70bGJn/HV9U/rkee9XY9g1P+smmf1k/7oI/HA5zfKMTfOlpme08L7/YETfKqKNvXUU59lxUlw7DKEb+Md1krOh2O4c39TfrKCJDSUjfKrKTsdM/2YyvnG0A31THeZFUv72BTZDszw9m6nYs2LgXRt3U8XougggVtBySVL/MpHe9IFcbX0nyYcRk6oI2d8hU/R4BTt3QxD7LVkMw+Mbo2D7LUHn9lTGfIoMRf1ugZ/wCMrJjbKfIwqpPnzt92IKfGwtG4AdgVWVBBUeH1rvIwqMefNUHuIWUzAMUd5NBQs6zVO9qVTYiCG4+CWLH9Thsf3LXe0SsmPgLip3yULOqlpfxapbRBFjNnmJnfWxM8yCBvc1X27Nq8+ViU482zO4KTEQRt/wC1dS7y8Trj1SyjuK6nghwRZh0bmNfJKXuzOc8lxLuVxJ5V0CICIiAiIgIiICIiAiIgIiICIiAiIgIiICIiAiIgIiICIiAiIgIiICIiAiIgIiICIiAiIg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data:image/jpeg;base64,/9j/4AAQSkZJRgABAQAAAQABAAD/2wCEAAkGBhMSEBQUEhQVFBIWFRUXFxYUGBcVGBQVFBUVFBQXFRQXHSYeFxkkGRQUHy8gIycpLCwsFR4xNTAqNSYrLCkBCQoKDgwOGg8PGikdHBwpKSksKSkpKTUpLCksKSksKSkpKSkpKSkpKSksKSkpKSkpLCkpLCksLCksKSksKSksLP/AABEIANAA8gMBIgACEQEDEQH/xAAcAAABBAMBAAAAAAAAAAAAAAAAAgMEBwUGCAH/xABOEAABAwEFAwYJCAcGBQUAAAABAAIDEQQFEiExBkFRBxMiYXGBFDJSkZKhscHRFSNCU1SCsvAkM2Jyc5PSFhc0Q2Oio8LT4vElZHSz4f/EABoBAQEAAwEBAAAAAAAAAAAAAAABAgQFAwb/xAAsEQEAAgIABAUCBgMAAAAAAAAAAQIDERIhMVEEBRNBkWFxIjIzQpKhUnKC/9oADAMBAAIRAxEAPwC8UIQgEIQgEIQgEIQgEIQgEIQgEIQgEIQgEl7wBUmg4lKWPvunNUO8gDqPH2oJDrwjH029xBPmCQ69oh9MeYn2BaTan50drx0NOohJgvItcGv0OTXadgdT2qMuFuD9o4B9M+i/4JTNoID9P/a4e5YAn81KVBCHHxqKrqGzR3hG7R478vanY5mu8Ug9hqtWlsZAriBHUc1FkYSQ5rsLxofiicLdkLVbJtTIw4Z2VHlD80O/gtisd4RyirHA8RvHaETSQhCEQIQhAIQhAIQhAIQhAIQhAIQhAIQhAIQhAIQhAIQhALE7Sn5n7w9hWWWE2rlpE0cXewH4osdWsuPONIOTh+a96w9pkb0mkiuhFc67ipnOGtRqPWOCqrbufFbCdKt4nj1LFladLbs99MwNBcMVBXPhknBesflKgecPE+cpRnd5TvOfiqx4l+m9GcfUk/LMfH1KgzaXeU70ivRM7yj5yqvEv35YhIoTUcCCVHFtja7FFK5jusEjsHBUWLS7ynedem2P8t3pFQ4nRt1bdCuG0A9UjQaHtp7VtdmtbJGh0bg5p3tNVySy2v8ALd6R+KuvkHDjZrS9ziQZmgVPksz7PGCrFaCEIQCEIQCEIQCFhtsrwfBd9pliOGSOF7mmgNCBkaFUK3lNtlP18vpn3KxEzyhJnXOXSaFzZJyiW7fNOO1zwc9O5J/vAtlP189f3nrKMd59p+E4693SqFzU3bu2/X2g/eej+3VrOs0/pSK+nfsnqU7w6VQuajtnaj/mz+lImjtbaj/mT+eRPSv2n4T1K93TSFzE7aS0nV0/nkSPl60eVP55Pir6OTtPwerTvDqBC5e+XLR5U/nk+KBfdo8qfzyfFX0L9pT1ad3UKFy/8s2nyp/PJ8V58rWnyp/PJ8U9C/afiT1ad4dQrWttpKMj/ed7Auf5L0tVMnT+k/4rFWy8pTUOfISMuk5xodd5yWFsdqxuY/plW9bTylcvO6qptrJg61OI3CnrVj8+RZq7+bB78IKqSWbE8k7z8V56ekzuEQvPFJFodxU10YO5JNkbwTTGEQ2k8UeFn8hSzYW9aQbCEUx4UV6Jyn22UL0wBAizynF3LoTkMjpdjneVaJT20awe4qgWMDV0fyPwYbns/wC0ZXHvlePYAkDc0IQqBCEIBCEIMDt42t2Wz/48v4Sua9mWA2llagYToK7gdO0Lpva9tbvtY/8Aby/gcuaNj/8AFR/uu/AtnwnPNWJ7tXxczGG2u0t/ve1m0Oa8npBobTCGjCBuzKxzrMVmJYhUuric6hd0cIyFAAN2QTUjQF9dimIrGo0+Iy+ItF9RO2LFnK8NnKnm1MGqjT21u4Edi9dytcmS3sYLKb14O1NSvadHZ8HCnr0UYuoetWNS24paU/AUBhSLDaDWhzHsWTEYIyzUnk18lppOmOwnrXoaetT+YC98GCcnjPiIQMJSg0qcLOliAJuGM+IY8tWh34KTTfvn2KynWdVztC2lomH7Z9i4/m36Ufd3PJcvHkn7LGtL6WQ9UQ/CqqZr3+5Wdb3/AKE/+EPwqsI183EPqpScS9KSHBAKI8ISaJWJeEqDzGkOfVelJJQKaV1Hye2Xm7qsbf8AQjd3vGM/iXLTjkew+oErre4LLzdkgj8iGJvosaPckInoQhVQhCEAhCEGN2kbWxWkcYJf/rcuYtjnAWuGuhaa6+Rlouob9H6LP/Bl/A5cx7CxYrbZ28a/gK2PDzrJX7tfxMbxWjvCzL3t0bwzmWYKDpHj2Ciw8rDvWx/JgAUK12Si+oxXiscMPiMkzNuKY012UUUWQrJWuNY2ULbiXtjMvKZLD9E/dOfmKccVKu6z4nVOgzWU66trj4I2W1uCMHQlIs9pc05Ly8zjflkRpT2Eb1FbMW+OO8af/ikT3YVpFq767Zhl5neE58odSxsTgdDXsUhjTwV1DUvhrHskm1EpTJiM6pDIjwTwgKxmYa81r0hJZMHdTvUexVrtMP0qf98+wLf3gDVwGm9V7frgbRMa1GM58clxfNf04j6u35JThyWn6N6vN/6C/wDht9irYAkGmRVg3nLW73H9geo0WgQr57fV9VJlzZRxPmTfPvGo9SyNEkhBjvCncPUlid/k+pTAD+Qg14qCJG953eqikBnH3JR70hwQOwQYntZric1ve4htPWuwI20AHABcn7JwYrfZG61tMPqkaT6l1kqBCEIBCEIBCEIId8itmmH+lJ+Armfk5p8o2StAKkVJpmWGmq6cvFlYZBxY8edpXLOxtjEtus0bh0TIAR3H3hemL80PPL+SV+zWSm5Yi32fIp2KwWqzD5p3PxD/AC5T0gODX6jvSXXgyXo5xyb45Oi77p0eOzPqXax2mJ7vmM+KJjcQ1O3sWFnWw3syhPv3dvBa7aXLsYp3DTx1MYalZMjm2e1RrvbnU/kpy8pNAs+Lc6el43OkStSnGppifYF6paddHngTTuoerJPR3edz3J2JqnQtXnLXtmvHujMux/1jk6Llrq9x71mbrsQke1pNKmnxWSddopKWnoRmgrq7dktLL4umO8Umec/Rnjpny45y11r+2qC4o94J01Kr2/IQ20TACgEhA7lbzoc+9VNtN/irR1Sv9gXP8ztvHDp+TXta88UtnvEEXc79we1aPAt3vSou4g+S0dq0mHRcF9NJ0pOLqSwvSECKpBKcARLHTr3IGTRISnAJNEGz8mMOO97GKaSOd6Mbz7aLqBc5citnxXvGfIild30DR+JdGoBCEKgQhCAQhCBE7atcOo+xcvbCNpetlHC0U/EF1IuXdk8r3g6rYR/xHhZV6sb/AJZdF80N61naWSEij2tPbr3HcszfFsLGmirC+rxc95rWi7Pg8M3nimXznjM2pjHWE20QGRvzTudoMmONJABua4/rB1HNavO04iMwQaUIoR2jcn4rUW6EhKntJkcHOzdx+K61Imk69mtGo5nbBZ/MBVQLZJV56lnXgR2YvpUH6QzAOmF3DNa5qvTFO5mU+pxikRphgUmMLY28LpMIWx7OWBkry15p0ajOmhFfaFr8DVlrBM5jsTTQ6aA+1a2aJtWYrOpeFZrW0TaNw2qK48Dw6N7BQVqTiPDu35qV4Fhs/N1ZQZuINS6lTpuzWEhvWQ+T6IT75S81NNKZCnsXIvgvaY456OhTxOLHE+nHU3LAK5Guipfadv6Zaf4r/cruY32qldqB+m2r+K/3Lw8dP4NNvyrU5JmI1tsO0DqWIjqb7Fp1jsjntq0VA/Oi2zaB36GexvsWF2eHzZ/eXIh9Gx7mEagjtFF7hWzYAdRXtTT7sjOrR3VCy0S1tzc9AepeS01pTflxWwuuSP8Aa9JJNxxftekpo01lyVHZ3O0BP54rZ47vjbowe32pwhQ02HkKu0i8Z3OyLLPpr+seKfhV7qoORBgNqtzqiuGFtN9BiNacKlW+qgQhCAQhCAQhCAXL1wjDfEQ4W6n/ABnLqFctv5yO9HSBjuhbXvphOjZideyqu9c2NujpK0WJr9Vrd7bFMfmMikDlKstD06HgWP8AbRY13KmNzW+Z63fD3yb/AATrXeXIz+l+6szvtEsDeeyEsegqFgZrO5poQQt3l5SWuGbWei9Ye3bRQS6taOwOXZw57fv1/KHMyRr8lbT/AMyxlhvJ0emh1BzBHWN68tNgilOKIiJ51ac2OPUfolKMtnO9w7AfeF4x8AOTn+Yr2m+Pe4tET93lE5feltf6sbJGWOwvBa7gd/Yd6fiKyT7xgcMDjiHAg17lGZ4MNHPovWuenSbR8wxtW89KW/ichcslZise212cfSKkR3tAPpFY2zY5/dHzDXnDlnpS38ZZqzqfGVrrL/hA8cVrp1U1rVSrNtRBnieAeyvvWre9P8o+YWMWWOtJ+JZ9o9ypLaY/ptp/jP8AcrXZtXZvrPUPiqqvqzvktU7msLg6V7gQKgtO/LsXL8ZaJpynbueWRaLzxRMfdlb/AHfohHZ7FjNnx813+4KZtE6lmP53BYzZ+0asOuo965kO+zzUsJtpS6/nuWatnuPY0zMbJI4sa7NoAFSNxNeKibTbN+DFpa4ujcaVOrXcCts2a2thMDI3uaxzGhpxZA4cgQe5YTba/wCOYNjio4B2JzhkCQKADjqV5zM7ZNPcE2U68KNaZwxpcd3/AIHrWTFYPIux7YrdLmY+eFGsaS9z42CtCciKEDDxqrWDzwVf8hsf/pZcRm+0TEnjQtHuVhIxeVPD1pQQhAIQhAIQhALmDa62TNt1rbzhAFpmyrpV5PsK6fUC1XDZpXYpIIXu4vjY4+chByn4a7y/9y8+UXfWf7l1P/ZOxfZbP/Kj+CP7KWL7LZ/5UfwQ5OWPlA/Wf7l58ony/WF1R/ZSxfZbP/Kj+CP7J2L7LZ/5UfwQ5OVjbj5frXhtrqZPzVi8v2zUUDrLLBHHE14kjcI2hgLm0cCQ2gORI7lUOJRJXzFaLCbs6Rs/MiEkmo50SYcid+PEqe8Ir9L1+tZDk4jikt8UMzC8SdFrg8NdE6hOIVBaa0phIRyk2SGG8ZYrOCGsDQ4lxcXSEYnk8NQKADRRZ6MfzvWvDOPKHnUK7rIZZY4m1rI9jB95wC6eg2cszGhoghoABnGw1plmaKxI55sFpswZNzwc9xZSIteGhkldXg+M2m5ezT2cwRtaHC0BzzK8uGBzPogN3HiV0Qbjs31EP8tm/uWLvfZ6N0WGOKIStIfCcDAC9mYjeaZtcKtPUUmV0pKW1WPwtr2NeLJijxRvfieWinOAPG8mtN9E9fl8Wc2p7rDWKA4Q1hcTQ06VAScjmrGuJsVpmt1p5hrGAQ2ZjHRtGF7Gl0wpTXG4CvUs1tRckXgtWxRhzC3NrGg7huChpVG1NeZFPzotZhmLSHN1bp1jeFse1b/mx+d61YFIRt1itjZGhzdD7eBUsOWmWa1uidib94H6XX1FbHYL2ZKMjnvB1CzWGTSk21yJbQ1gq8hoG85J7MinBa3elu5x1G+I0+k7eewJy23wZqtjqI97tDJ2cAoJZ+fz2LGerGZdGckdnDbns1PpB7z96R/uotxWA2BsnNXZY2/6EZ9JuP8A5ln1UJ07EpC8Y2g49qD1CEIBCEIBCamtLGeM5rf3iB7VAtO1NkjNH2mFp65G/FBlE3aLQ1jS5xo0CpKwMvKHdzdbVEeppLj3UGawt88pl3SQva2Vz3UOECOQdMA4amg38UXTJWvblrdGekcyN+Q+KhzcpQANIs91XV9VFVk1/h1TUk78t561FlvivFY81ZflZ238LsbYXRBpbK14eCaZBzS2m6odx3Kosea228w6YUJoOvMLHNuH9oeZVhLKbP7TtjsL7NJGx4Ly9rsDsbHbiyQZhwIqDuWsW2Yvkc5zi57iSXONS4k6knf7VscFkLW0Dsk5Y9k/CXO+djYWip5w0rnSgPHeiywmzV4us9shmEeMxuxBp0JoQM92te5XLHyiPI6Uba5bzwVes5OHChFogNcPiyDIOJFa8BSpUWW7pYnlvPOGEkZEOBHEHhvUWOS0YuUAHJ1G9Z08+5N31twWRFrQHyv/AFQadXbndgVaczJvkJ7Wj2LK3NOyHGXs5x5pR2INLQK1GhyrnuU1K8TObLW/wSYRuLntfHzzsRr+khxbK/sNR6K3v5RbaIXtA1aQPd66Kr7DeDWOfJOxz5HgDE1wY1sY8VrWkHKuddVm7t2+ggNDBOfvsJ7gRVNG2i7XyHHhpoStbElFuO11sitMrnwxvjB3PpUEkk5BYeGwwc23nGPx51cDkeFFYYsRzqS6KpqMj1KYy6qipdhz0c1xyrQdICiYNmcCciQN4BoesLIOstU7RQTED97TzhM8w6R3ScXcSSSpcVnB61LibuQexw0AA0Tng9cuOXnCfYxZS4rLjtUDaeNNGPO8BF06Muqz83BEzyY2N9FoHuUpCEQIQhAIQhAIQot6W0QwSynSON7/AEWl3uQc67a3pNLeFrkZhc0SPjGI4gGsdgGEHTJlcuK1uzOmYznG0HT6NaUo0Z+1SIJInNeZDM17nkgsBLaUrmN5qoULmCUMPOc1Q9EEglzstNRu3FTQeNotLCJxhAeHU31zp4u5JMlohJNW0la00yOTq+YpEWAvdHI2V0YaRGypB7NK0BqaUSWYXB4fzjiKc3mei1upNK5cFU0eraIyYTh6bm5VrQkAjPcMwlxeEMk5ppa55bgdWhFa55+9MNeHMJdzjpmvqHVdVrdBUbiSBnVJDugHjHzzS6rml2WLMdQ86B2xvtBxxNLSCC84qaMFTQpNnfaHRPYCC2PpkmlQTkKHemZP1YcwPx0wucCaE1qRw060u0EChixgODcZJPSw+Pru86KejmnfG2pGCJwFd+ZrrvqKoklnMLs280ZHUJpXFnSncmZaNcMOMQkhzhVwDm8RXzL0uY2QNwv8HrXAXO36a0P/AITQXO+cwMBc3BV2E5Vrvr2he219oIjxFoFBhGmR0BTDWtxFj8ZjoQwVPjVFEqJrS5zJA86CMZ5UPBEbJZ7ktb5C+QxuGGhwuBOQyyHBQ7xJDXsrR9Pz6ljbFOWhweZmGpphLm5V3hNvwl7qVzjcOlXPfvRUm8LVanwwl72823JlC0Gg3O6km2y2nnIpHSNxZYCCBp4pKgzGMw0AdzmWruj3Dci1vYQwtBqCCQTXtpwQZKcy868zua51BUggjr0Xs73iFr3O+bOnSrT7uoUWd8bnjm2ua0tc04jiz1qDwTJjabN4jsQqMQ8WoNTWprognSyFrQ0u6JcKcPN3+pJc8tIjxZOOQzoabwFEtrGmGNwYW9FudcnYSQXa5dicvMMBjeIywHCSD4pBy6NCdaHfvQeTnCeJy8xT1lkB307U/d8UXhcAkHzL5GNeAaUY54Ds+oH1K/oeSa7WlpbC4FpBaeckyIzBHSQU7dezton/AFMEjxxDTTPTpHJb5sryXWlk8Us5ZG2N7X4QcbiWGoGXRA71YzLnw5tmmB3VfjA+64ELyW0SwislJIh4zwAxzBvc8VwubqSRSgGh3QZJCEKgQhCAQhCAWjcsV8CG7HsrnM5sf3Qcch9FvrW8qjOW++TLbGQNNWwMBcAcuckzNRxDA30kGkwWpjI2Btpe00q5pYKNcc6AkVKjWt8IaXiZz5QS4dGmI0oM9wCdN4uOoGlB0dMlGu60PjY5udHHpCgzFckDE1oyEokJlAApTQk8RnWmqTNMG9JjyXOAa4EeelNQnYHOD3kg9LLu4Lyh53FQ0w0pRAmS0BprG8nERiqOGpogzhrqMe7A91XmmdOJGhUgvr9E+Zec5+yfMERGbM1rsAe7miXE5Z58N1eK9ilbXm3OdzVDmBU1O7PJSOc/Z9S9a/8AZPmQRA8OOBzjgAGEnq0GfuQX4yQ9xFCMJO+m/MVT9rBe2gBGddEuUlzSCDUilVdiLzmMlznEOD+iaU3HPTM5BLgka4c4572StNGkCgz3l24qTDK4RNjOItGdNwPFeWaV7WObV2EuxFo0NBkSN5TYQZyTUyFx3nDi7zkmzIDI2jsWo0oNEqBjmveaGjqdSXI0kto2lHV7qIFOoBpoo3hbcIO/eKabqVTsMRDXAitSc94qkxwHmsBaTkc8t6inWgKPZj0ZGkvADq0AqMwfG4ahOtidzWDCa8ctV7FE9rnkA0cACB6/YgiR05ktOMOzy3EUy78gluka6zgEvDgNKdHqpwUprHeQV5Y7M9jXNwEhxJQNvIdExwrUampPUaDcundhr68Ku+zyk1eWBr/4kfQfkNM2k94XM9nsMjYyzAc8QrnvCtjkJvdzTPY31rQTt6vFjlHnwHzoLXt9q5uKSSlcDHOpxwgn3Kkrdy2TvyaG4TkQGgChGYq+pIzV32lmJjhxaRx1HBcoXxYvB7TLFpheQN2WoTW5Fp7KcqZjZgcC9oOWNzi4DgHHd2qxNn9sYLX0WnDJSuBxFSOLTvC56uS5Hzskcwgc23EamlR1dajWS9ZIZGva4texwc0jc5p9lFdaNuq0KHc94CezxTDSSNj/AEmgqYoBCEIBV3tzybSWm0c/ZeZa54+d5yoxObQNcKA54QAewKxEIKTfyU3iN1mPY8+9ibHJbeX1dn/mD+lXghBSJ5MLy+rs/pj+lejkvvL6qzfzP+xXahBSP92V5fU2f0x/SkHk3vL7PCfvsV4oQUb/AHc3l9lh9OP4rw8nd5fZYfTj+KvNCCjDyd3n9mi9OP4rwcnl5/ZYvTj+KvRCCkIeT682n/CWc/vuY4eaqedyd3m7PweyN7C0ewFXShBSp5Nbz+rsvpj+hLbyYXl5NlH3v+xXOhBTP91t5cbKPvH/AKa9HJZeXlWUfed/01cqEFOs5J7xOstmHpn/AJAnzyRW37TB6D1baEFSt5IbZvtcXcx/xXv9ztq+1x+g/wDqVsoQVW3kam320d0Z9XTW47HbGtsDX/OGWR9KvcADQVoBTOmfHctjQgFQHLHs2YrcJGjoStqKcQcx2/FX+oF8XFBao+btEbZG6iurTxa4ZtPYg5usN4xMspZhImLh0q5Fu9qRfLon80IGFpDBjqa4n8QrctfIjZnOJjmlYNwIY+ne4VT128jVmjcHSSyS0+j0WA9uEV9ay2Nm2Jjw3dZRwgj/AAhZtIhhaxoa0BrWgAAaADIAJaxAhCEH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2" name="AutoShape 8" descr="data:image/jpeg;base64,/9j/4AAQSkZJRgABAQAAAQABAAD/2wCEAAkGBhMSEBQUEhQVFBIWFRUXFxYUGBcVGBQVFBUVFBQXFRQXHSYeFxkkGRQUHy8gIycpLCwsFR4xNTAqNSYrLCkBCQoKDgwOGg8PGikdHBwpKSksKSkpKTUpLCksKSksKSkpKSkpKSkpKSksKSkpKSkpLCkpLCksLCksKSksKSksLP/AABEIANAA8gMBIgACEQEDEQH/xAAcAAABBAMBAAAAAAAAAAAAAAAAAgMEBwUGCAH/xABOEAABAwEFAwYJCAcGBQUAAAABAAIDEQQFEiExBkFRBxMiYXGBFDJSkZKhscHRFSNCU1SCsvAkM2Jyc5PSFhc0Q2Oio8LT4vElZHSz4f/EABoBAQEAAwEBAAAAAAAAAAAAAAABAgQFAwb/xAAsEQEAAgIABAUCBgMAAAAAAAAAAQIDERIhMVEEBRNBkWFxIjIzQpKhUnKC/9oADAMBAAIRAxEAPwC8UIQgEIQgEIQgEIQgEIQgEIQgEIQgEIQgEl7wBUmg4lKWPvunNUO8gDqPH2oJDrwjH029xBPmCQ69oh9MeYn2BaTan50drx0NOohJgvItcGv0OTXadgdT2qMuFuD9o4B9M+i/4JTNoID9P/a4e5YAn81KVBCHHxqKrqGzR3hG7R478vanY5mu8Ug9hqtWlsZAriBHUc1FkYSQ5rsLxofiicLdkLVbJtTIw4Z2VHlD80O/gtisd4RyirHA8RvHaETSQhCEQIQhAIQhAIQhAIQhAIQhAIQhAIQhAIQhAIQhAIQhALE7Sn5n7w9hWWWE2rlpE0cXewH4osdWsuPONIOTh+a96w9pkb0mkiuhFc67ipnOGtRqPWOCqrbufFbCdKt4nj1LFladLbs99MwNBcMVBXPhknBesflKgecPE+cpRnd5TvOfiqx4l+m9GcfUk/LMfH1KgzaXeU70ivRM7yj5yqvEv35YhIoTUcCCVHFtja7FFK5jusEjsHBUWLS7ynedem2P8t3pFQ4nRt1bdCuG0A9UjQaHtp7VtdmtbJGh0bg5p3tNVySy2v8ALd6R+KuvkHDjZrS9ziQZmgVPksz7PGCrFaCEIQCEIQCEIQCFhtsrwfBd9pliOGSOF7mmgNCBkaFUK3lNtlP18vpn3KxEzyhJnXOXSaFzZJyiW7fNOO1zwc9O5J/vAtlP189f3nrKMd59p+E4693SqFzU3bu2/X2g/eej+3VrOs0/pSK+nfsnqU7w6VQuajtnaj/mz+lImjtbaj/mT+eRPSv2n4T1K93TSFzE7aS0nV0/nkSPl60eVP55Pir6OTtPwerTvDqBC5e+XLR5U/nk+KBfdo8qfzyfFX0L9pT1ad3UKFy/8s2nyp/PJ8V58rWnyp/PJ8U9C/afiT1ad4dQrWttpKMj/ed7Auf5L0tVMnT+k/4rFWy8pTUOfISMuk5xodd5yWFsdqxuY/plW9bTylcvO6qptrJg61OI3CnrVj8+RZq7+bB78IKqSWbE8k7z8V56ekzuEQvPFJFodxU10YO5JNkbwTTGEQ2k8UeFn8hSzYW9aQbCEUx4UV6Jyn22UL0wBAizynF3LoTkMjpdjneVaJT20awe4qgWMDV0fyPwYbns/wC0ZXHvlePYAkDc0IQqBCEIBCEIMDt42t2Wz/48v4Sua9mWA2llagYToK7gdO0Lpva9tbvtY/8Aby/gcuaNj/8AFR/uu/AtnwnPNWJ7tXxczGG2u0t/ve1m0Oa8npBobTCGjCBuzKxzrMVmJYhUuric6hd0cIyFAAN2QTUjQF9dimIrGo0+Iy+ItF9RO2LFnK8NnKnm1MGqjT21u4Edi9dytcmS3sYLKb14O1NSvadHZ8HCnr0UYuoetWNS24paU/AUBhSLDaDWhzHsWTEYIyzUnk18lppOmOwnrXoaetT+YC98GCcnjPiIQMJSg0qcLOliAJuGM+IY8tWh34KTTfvn2KynWdVztC2lomH7Z9i4/m36Ufd3PJcvHkn7LGtL6WQ9UQ/CqqZr3+5Wdb3/AKE/+EPwqsI183EPqpScS9KSHBAKI8ISaJWJeEqDzGkOfVelJJQKaV1Hye2Xm7qsbf8AQjd3vGM/iXLTjkew+oErre4LLzdkgj8iGJvosaPckInoQhVQhCEAhCEGN2kbWxWkcYJf/rcuYtjnAWuGuhaa6+Rlouob9H6LP/Bl/A5cx7CxYrbZ28a/gK2PDzrJX7tfxMbxWjvCzL3t0bwzmWYKDpHj2Ciw8rDvWx/JgAUK12Si+oxXiscMPiMkzNuKY012UUUWQrJWuNY2ULbiXtjMvKZLD9E/dOfmKccVKu6z4nVOgzWU66trj4I2W1uCMHQlIs9pc05Ly8zjflkRpT2Eb1FbMW+OO8af/ikT3YVpFq767Zhl5neE58odSxsTgdDXsUhjTwV1DUvhrHskm1EpTJiM6pDIjwTwgKxmYa81r0hJZMHdTvUexVrtMP0qf98+wLf3gDVwGm9V7frgbRMa1GM58clxfNf04j6u35JThyWn6N6vN/6C/wDht9irYAkGmRVg3nLW73H9geo0WgQr57fV9VJlzZRxPmTfPvGo9SyNEkhBjvCncPUlid/k+pTAD+Qg14qCJG953eqikBnH3JR70hwQOwQYntZric1ve4htPWuwI20AHABcn7JwYrfZG61tMPqkaT6l1kqBCEIBCEIBCEIId8itmmH+lJ+Armfk5p8o2StAKkVJpmWGmq6cvFlYZBxY8edpXLOxtjEtus0bh0TIAR3H3hemL80PPL+SV+zWSm5Yi32fIp2KwWqzD5p3PxD/AC5T0gODX6jvSXXgyXo5xyb45Oi77p0eOzPqXax2mJ7vmM+KJjcQ1O3sWFnWw3syhPv3dvBa7aXLsYp3DTx1MYalZMjm2e1RrvbnU/kpy8pNAs+Lc6el43OkStSnGppifYF6paddHngTTuoerJPR3edz3J2JqnQtXnLXtmvHujMux/1jk6Llrq9x71mbrsQke1pNKmnxWSddopKWnoRmgrq7dktLL4umO8Umec/Rnjpny45y11r+2qC4o94J01Kr2/IQ20TACgEhA7lbzoc+9VNtN/irR1Sv9gXP8ztvHDp+TXta88UtnvEEXc79we1aPAt3vSou4g+S0dq0mHRcF9NJ0pOLqSwvSECKpBKcARLHTr3IGTRISnAJNEGz8mMOO97GKaSOd6Mbz7aLqBc5citnxXvGfIild30DR+JdGoBCEKgQhCAQhCBE7atcOo+xcvbCNpetlHC0U/EF1IuXdk8r3g6rYR/xHhZV6sb/AJZdF80N61naWSEij2tPbr3HcszfFsLGmirC+rxc95rWi7Pg8M3nimXznjM2pjHWE20QGRvzTudoMmONJABua4/rB1HNavO04iMwQaUIoR2jcn4rUW6EhKntJkcHOzdx+K61Imk69mtGo5nbBZ/MBVQLZJV56lnXgR2YvpUH6QzAOmF3DNa5qvTFO5mU+pxikRphgUmMLY28LpMIWx7OWBkry15p0ajOmhFfaFr8DVlrBM5jsTTQ6aA+1a2aJtWYrOpeFZrW0TaNw2qK48Dw6N7BQVqTiPDu35qV4Fhs/N1ZQZuINS6lTpuzWEhvWQ+T6IT75S81NNKZCnsXIvgvaY456OhTxOLHE+nHU3LAK5Guipfadv6Zaf4r/cruY32qldqB+m2r+K/3Lw8dP4NNvyrU5JmI1tsO0DqWIjqb7Fp1jsjntq0VA/Oi2zaB36GexvsWF2eHzZ/eXIh9Gx7mEagjtFF7hWzYAdRXtTT7sjOrR3VCy0S1tzc9AepeS01pTflxWwuuSP8Aa9JJNxxftekpo01lyVHZ3O0BP54rZ47vjbowe32pwhQ02HkKu0i8Z3OyLLPpr+seKfhV7qoORBgNqtzqiuGFtN9BiNacKlW+qgQhCAQhCAQhCAXL1wjDfEQ4W6n/ABnLqFctv5yO9HSBjuhbXvphOjZideyqu9c2NujpK0WJr9Vrd7bFMfmMikDlKstD06HgWP8AbRY13KmNzW+Z63fD3yb/AATrXeXIz+l+6szvtEsDeeyEsegqFgZrO5poQQt3l5SWuGbWei9Ye3bRQS6taOwOXZw57fv1/KHMyRr8lbT/AMyxlhvJ0emh1BzBHWN68tNgilOKIiJ51ac2OPUfolKMtnO9w7AfeF4x8AOTn+Yr2m+Pe4tET93lE5feltf6sbJGWOwvBa7gd/Yd6fiKyT7xgcMDjiHAg17lGZ4MNHPovWuenSbR8wxtW89KW/ichcslZise212cfSKkR3tAPpFY2zY5/dHzDXnDlnpS38ZZqzqfGVrrL/hA8cVrp1U1rVSrNtRBnieAeyvvWre9P8o+YWMWWOtJ+JZ9o9ypLaY/ptp/jP8AcrXZtXZvrPUPiqqvqzvktU7msLg6V7gQKgtO/LsXL8ZaJpynbueWRaLzxRMfdlb/AHfohHZ7FjNnx813+4KZtE6lmP53BYzZ+0asOuo965kO+zzUsJtpS6/nuWatnuPY0zMbJI4sa7NoAFSNxNeKibTbN+DFpa4ujcaVOrXcCts2a2thMDI3uaxzGhpxZA4cgQe5YTba/wCOYNjio4B2JzhkCQKADjqV5zM7ZNPcE2U68KNaZwxpcd3/AIHrWTFYPIux7YrdLmY+eFGsaS9z42CtCciKEDDxqrWDzwVf8hsf/pZcRm+0TEnjQtHuVhIxeVPD1pQQhAIQhAIQhALmDa62TNt1rbzhAFpmyrpV5PsK6fUC1XDZpXYpIIXu4vjY4+chByn4a7y/9y8+UXfWf7l1P/ZOxfZbP/Kj+CP7KWL7LZ/5UfwQ5OWPlA/Wf7l58ony/WF1R/ZSxfZbP/Kj+CP7J2L7LZ/5UfwQ5OVjbj5frXhtrqZPzVi8v2zUUDrLLBHHE14kjcI2hgLm0cCQ2gORI7lUOJRJXzFaLCbs6Rs/MiEkmo50SYcid+PEqe8Ir9L1+tZDk4jikt8UMzC8SdFrg8NdE6hOIVBaa0phIRyk2SGG8ZYrOCGsDQ4lxcXSEYnk8NQKADRRZ6MfzvWvDOPKHnUK7rIZZY4m1rI9jB95wC6eg2cszGhoghoABnGw1plmaKxI55sFpswZNzwc9xZSIteGhkldXg+M2m5ezT2cwRtaHC0BzzK8uGBzPogN3HiV0Qbjs31EP8tm/uWLvfZ6N0WGOKIStIfCcDAC9mYjeaZtcKtPUUmV0pKW1WPwtr2NeLJijxRvfieWinOAPG8mtN9E9fl8Wc2p7rDWKA4Q1hcTQ06VAScjmrGuJsVpmt1p5hrGAQ2ZjHRtGF7Gl0wpTXG4CvUs1tRckXgtWxRhzC3NrGg7huChpVG1NeZFPzotZhmLSHN1bp1jeFse1b/mx+d61YFIRt1itjZGhzdD7eBUsOWmWa1uidib94H6XX1FbHYL2ZKMjnvB1CzWGTSk21yJbQ1gq8hoG85J7MinBa3elu5x1G+I0+k7eewJy23wZqtjqI97tDJ2cAoJZ+fz2LGerGZdGckdnDbns1PpB7z96R/uotxWA2BsnNXZY2/6EZ9JuP8A5ln1UJ07EpC8Y2g49qD1CEIBCEIBCamtLGeM5rf3iB7VAtO1NkjNH2mFp65G/FBlE3aLQ1jS5xo0CpKwMvKHdzdbVEeppLj3UGawt88pl3SQva2Vz3UOECOQdMA4amg38UXTJWvblrdGekcyN+Q+KhzcpQANIs91XV9VFVk1/h1TUk78t561FlvivFY81ZflZ238LsbYXRBpbK14eCaZBzS2m6odx3Kosea228w6YUJoOvMLHNuH9oeZVhLKbP7TtjsL7NJGx4Ly9rsDsbHbiyQZhwIqDuWsW2Yvkc5zi57iSXONS4k6knf7VscFkLW0Dsk5Y9k/CXO+djYWip5w0rnSgPHeiywmzV4us9shmEeMxuxBp0JoQM92te5XLHyiPI6Uba5bzwVes5OHChFogNcPiyDIOJFa8BSpUWW7pYnlvPOGEkZEOBHEHhvUWOS0YuUAHJ1G9Z08+5N31twWRFrQHyv/AFQadXbndgVaczJvkJ7Wj2LK3NOyHGXs5x5pR2INLQK1GhyrnuU1K8TObLW/wSYRuLntfHzzsRr+khxbK/sNR6K3v5RbaIXtA1aQPd66Kr7DeDWOfJOxz5HgDE1wY1sY8VrWkHKuddVm7t2+ggNDBOfvsJ7gRVNG2i7XyHHhpoStbElFuO11sitMrnwxvjB3PpUEkk5BYeGwwc23nGPx51cDkeFFYYsRzqS6KpqMj1KYy6qipdhz0c1xyrQdICiYNmcCciQN4BoesLIOstU7RQTED97TzhM8w6R3ScXcSSSpcVnB61LibuQexw0AA0Tng9cuOXnCfYxZS4rLjtUDaeNNGPO8BF06Muqz83BEzyY2N9FoHuUpCEQIQhAIQhAIQot6W0QwSynSON7/AEWl3uQc67a3pNLeFrkZhc0SPjGI4gGsdgGEHTJlcuK1uzOmYznG0HT6NaUo0Z+1SIJInNeZDM17nkgsBLaUrmN5qoULmCUMPOc1Q9EEglzstNRu3FTQeNotLCJxhAeHU31zp4u5JMlohJNW0la00yOTq+YpEWAvdHI2V0YaRGypB7NK0BqaUSWYXB4fzjiKc3mei1upNK5cFU0eraIyYTh6bm5VrQkAjPcMwlxeEMk5ppa55bgdWhFa55+9MNeHMJdzjpmvqHVdVrdBUbiSBnVJDugHjHzzS6rml2WLMdQ86B2xvtBxxNLSCC84qaMFTQpNnfaHRPYCC2PpkmlQTkKHemZP1YcwPx0wucCaE1qRw060u0EChixgODcZJPSw+Pru86KejmnfG2pGCJwFd+ZrrvqKoklnMLs280ZHUJpXFnSncmZaNcMOMQkhzhVwDm8RXzL0uY2QNwv8HrXAXO36a0P/AITQXO+cwMBc3BV2E5Vrvr2he219oIjxFoFBhGmR0BTDWtxFj8ZjoQwVPjVFEqJrS5zJA86CMZ5UPBEbJZ7ktb5C+QxuGGhwuBOQyyHBQ7xJDXsrR9Pz6ljbFOWhweZmGpphLm5V3hNvwl7qVzjcOlXPfvRUm8LVanwwl72823JlC0Gg3O6km2y2nnIpHSNxZYCCBp4pKgzGMw0AdzmWruj3Dci1vYQwtBqCCQTXtpwQZKcy868zua51BUggjr0Xs73iFr3O+bOnSrT7uoUWd8bnjm2ua0tc04jiz1qDwTJjabN4jsQqMQ8WoNTWprognSyFrQ0u6JcKcPN3+pJc8tIjxZOOQzoabwFEtrGmGNwYW9FudcnYSQXa5dicvMMBjeIywHCSD4pBy6NCdaHfvQeTnCeJy8xT1lkB307U/d8UXhcAkHzL5GNeAaUY54Ds+oH1K/oeSa7WlpbC4FpBaeckyIzBHSQU7dezton/AFMEjxxDTTPTpHJb5sryXWlk8Us5ZG2N7X4QcbiWGoGXRA71YzLnw5tmmB3VfjA+64ELyW0SwislJIh4zwAxzBvc8VwubqSRSgGh3QZJCEKgQhCAQhCAWjcsV8CG7HsrnM5sf3Qcch9FvrW8qjOW++TLbGQNNWwMBcAcuckzNRxDA30kGkwWpjI2Btpe00q5pYKNcc6AkVKjWt8IaXiZz5QS4dGmI0oM9wCdN4uOoGlB0dMlGu60PjY5udHHpCgzFckDE1oyEokJlAApTQk8RnWmqTNMG9JjyXOAa4EeelNQnYHOD3kg9LLu4Lyh53FQ0w0pRAmS0BprG8nERiqOGpogzhrqMe7A91XmmdOJGhUgvr9E+Zec5+yfMERGbM1rsAe7miXE5Z58N1eK9ilbXm3OdzVDmBU1O7PJSOc/Z9S9a/8AZPmQRA8OOBzjgAGEnq0GfuQX4yQ9xFCMJO+m/MVT9rBe2gBGddEuUlzSCDUilVdiLzmMlznEOD+iaU3HPTM5BLgka4c4572StNGkCgz3l24qTDK4RNjOItGdNwPFeWaV7WObV2EuxFo0NBkSN5TYQZyTUyFx3nDi7zkmzIDI2jsWo0oNEqBjmveaGjqdSXI0kto2lHV7qIFOoBpoo3hbcIO/eKabqVTsMRDXAitSc94qkxwHmsBaTkc8t6inWgKPZj0ZGkvADq0AqMwfG4ahOtidzWDCa8ctV7FE9rnkA0cACB6/YgiR05ktOMOzy3EUy78gluka6zgEvDgNKdHqpwUprHeQV5Y7M9jXNwEhxJQNvIdExwrUampPUaDcundhr68Ku+zyk1eWBr/4kfQfkNM2k94XM9nsMjYyzAc8QrnvCtjkJvdzTPY31rQTt6vFjlHnwHzoLXt9q5uKSSlcDHOpxwgn3Kkrdy2TvyaG4TkQGgChGYq+pIzV32lmJjhxaRx1HBcoXxYvB7TLFpheQN2WoTW5Fp7KcqZjZgcC9oOWNzi4DgHHd2qxNn9sYLX0WnDJSuBxFSOLTvC56uS5Hzskcwgc23EamlR1dajWS9ZIZGva4texwc0jc5p9lFdaNuq0KHc94CezxTDSSNj/AEmgqYoBCEIBV3tzybSWm0c/ZeZa54+d5yoxObQNcKA54QAewKxEIKTfyU3iN1mPY8+9ibHJbeX1dn/mD+lXghBSJ5MLy+rs/pj+lejkvvL6qzfzP+xXahBSP92V5fU2f0x/SkHk3vL7PCfvsV4oQUb/AHc3l9lh9OP4rw8nd5fZYfTj+KvNCCjDyd3n9mi9OP4rwcnl5/ZYvTj+KvRCCkIeT682n/CWc/vuY4eaqedyd3m7PweyN7C0ewFXShBSp5Nbz+rsvpj+hLbyYXl5NlH3v+xXOhBTP91t5cbKPvH/AKa9HJZeXlWUfed/01cqEFOs5J7xOstmHpn/AJAnzyRW37TB6D1baEFSt5IbZvtcXcx/xXv9ztq+1x+g/wDqVsoQVW3kam320d0Z9XTW47HbGtsDX/OGWR9KvcADQVoBTOmfHctjQgFQHLHs2YrcJGjoStqKcQcx2/FX+oF8XFBao+btEbZG6iurTxa4ZtPYg5usN4xMspZhImLh0q5Fu9qRfLon80IGFpDBjqa4n8QrctfIjZnOJjmlYNwIY+ne4VT128jVmjcHSSyS0+j0WA9uEV9ay2Nm2Jjw3dZRwgj/AAhZtIhhaxoa0BrWgAAaADIAJaxAhCEH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4" name="AutoShape 10" descr="data:image/jpeg;base64,/9j/4AAQSkZJRgABAQAAAQABAAD/2wCEAAkGBxQSEhUUEhQWFRQXFxUVFhUYFxUXFBcXFxQWFhYVGBQZHSggGBwlHBgYIjEhJSkrLi4uFyAzODMsNygtLiwBCgoKDg0OFxAQGDIgHCU0LywsLyw0LCwrNy8wLC4sLyw0LzA3LDcsLCwtLC0tLCwsLC8sNCwsLCwsMiwtLCwsLf/AABEIAKgBLAMBIgACEQEDEQH/xAAcAAABBAMBAAAAAAAAAAAAAAAAAwQFBwIGCAH/xABREAACAQIDAwcFCgwFAwIHAAABAhEAAwQSIQUxQQYHEyJRYXEygZGhsRQjNUJSc5KywdIIFyUzU3KCg7PC0fAVQ2Ki4RYkk0TTNFRjZHSjw//EABoBAQEAAwEBAAAAAAAAAAAAAAABAgMEBQb/xAA3EQACAgEBBQUFBQkBAAAAAAAAAQIRAwQFEiExURNBcZHRBhQiYYEyobHB8BYjJDNCU2Jy4RX/2gAMAwEAAhEDEQA/ALxoophtTbFrDibjQeCjVj4D7TpQD+oXbfKaxhpDHM/yF3j9Y7l8+vdWl7c5a3bsra97TuPWPi/DwX01qd0knrGfZQGz8quVF67gGuo5tkuFHRkggZo8rf56qROU+Jtu84u+JMCb1w+iTpVgbX+Cz85/PVUv5bft+xaENkw/L3GL5ONuftMH+uDUvg+dPHp/n23/AFrdv+WK17AcnbV5GY3rVtgVAVzEzOsncNO+oh9mLwmqC0MLzxYseXasP4B1PtNS+F56B/mYQj9S4D6mUe2qewHJy5fYrZBZgrOQIByrEnU949NIX9l3rZhiynQwZBg7jBqAv/Cc7+Cby0vW/FVYf7WJqZwnOLs65uxKr3Orp62UCuZAl4cZ9Fem9dXeo7eIoDrzA423eQPadbiHcyMGU+cU25QbZt4PDviLuYomWcoluswUQPEitQ5j72fZgMR79dHoIFSPOz8FYj91/Ht0KRK88GDO61iD+7/pXh538Lws3/oH+lUwzFbGZSQekA0PAqx3eYU0OOufLNZqDZpnmjF0y8Tzw4T9Fe+if6V5+ODC/orv0W+7VG+7bnyvUP6Vsuy0VwM0k+NbIaeU3SNGbX48SuSZZ/438L+iu/Rb7tH43cN+iu/Rf7tabh9n2zwPpNLtgrfAH0mt3uOTqjie3tMu6XkvU2z8bmG/RXfov92j8bmG/Q3foP8AdrVDh0Hb6TWdm0rGIjzmavuGXqif+/pue7LyXqbT+NvDfob30H+7STc8mCG9bg8Vb7tQY5H4O7rdR28b98+rPSg5v9m8LB/8t779YPRZF0MV7Q6R90vJepLfjqwHZc+i/wB2vPx1YDsf6Nz7lRZ5v9nfoD/5Lv3qRPITAfoP99z71Fo8j6GE/aXRw5qXkvUnPx07P/8AqfQufdp6edPCiyt8pd6J2Kq4RjLDNIgLPxG4cK1YchsB/wDLj6d371PU5KYXo1tZH6NSStvpbuQFs2Yhc0a5m+kavuU1zMP2n0jqlLyXqSn44sB2Xv8AxXPu1P8AJDlxhtpNcXDZ5tBS2ZcohywEdvkmqr5e8m8Lh8Gz2bZV8yic9xtDM6MxFOPwcT79jf1LH1rtc2TG4OmezpNXj1WPtMfLlxLyooorA6grFnA3mKb4vFBd5jh2kmC2VRxMAnuAmmC3OkiLwtZlDBFydOQVzdYvm4cANO01ko2RuiV6Yd/0W/pXqXgdAdezcfQag8LhsNeS3cW/dYXRKH3ViFLaTomcQe6NKj7WOIFq4r3Hw126LMXcpu2nNx7SMlwdZhnUAhp0cEHQisuzvkYb9czb6KSw1zMik7yBPjStazYaFtvlszSuHEDdnMT5uA9Z8K03E3Wcy7Fid8k+ud/npxij1j4mmbmoDA0k9Zmk3oB9tj4L/b/nNVWB74fFvYtWptn4L/efzmqpKgu0jifsqkHYt/3mIr0oe0+mfbTXoR3+k/1o6LsLek0A8t3XQyrspgiQQDB3iRGhrx7zsZZix3SQxPpmm2U/Lb1f0o63yvVQDlbpBmBpB3kfZSm2dptf6zgAhcuhMQFgAA7tPZTLM/aPQf60kQwB0G48T2eFAdAcw3wUPnr31hUvzsfBeI/dfxrdRHMN8FD5699YVMc6vwXiP3X8a3Qpz7iP/h/3i/Veouthwt90tFkYqcyHQTIBJ3/FggGf9IpO1szpG6OzbZiCuqy3ViJMDQE6ye0CtsMiXBmrLpXOpJkLlqd2JfgAVI2+SV0DyGLaaTbyZeJzZ/8AnfWN7ZptQr5FcHXLwGUNqJg79+/Q0hrcSkuJhl2Ply4nVX0tWS1nEU6S7UNbeDEgxpI3U9UkrIGg0J4TXs48inFNPgz43UaSeObhJU1zHD3Jp7gxFRtjWpK00V0xOTIqVEnbvU5s36i7b05V62SgmcMokr0h41G4zaoDOqjVRMsVCk6HIJbMTB7I76xfE9gionGbDS65csQTv6ttuAHxlJ4VpeKSR0abHpu2/fv4frz+g6s8ohOV0KvxUPbK7plbhIVuzhU4mJkAxEgGDEieBioDC7Cs294z9zBcs9uUCJHqqRNykYSfMx1sdLvfw6dENzi3ZwTfrp9tJ/g5fn8Z83Y+tcrzl03/AGVzxX21l+Dl+exvzdj612vI2gqy/Q+u9nFWkf8As/wRedFFFcJ75rWNvKcQiucou2sTatsfJ6UuoK/rFRp3K0UywnJK4uQk2syvgzmEyFsYcWrgByzqRoOI3xTnaTWnixcQ3DcNwm30bXFyreK9I0eRBIhpB9GkJ7nw+nR42+iliirax5KZl8pFzTqOyZFdMJVGuX0s0ThburF7PJG5b6E3DZyW7di25Fwpl6C6zi6pNo6tIJErDDewqQ2BsvpFsnp7d3D2bl10FsEi5eN66QzOdCqBhAHxpMmBUVh9mYO6BcPSYyNVZ713EqeBIUEIeMyanMS1lsCLyXMuH6IXRA6K2LZTMDkAECOBmrkyNrhz8CQxceK+8ntnsDbQjUQKcVB8h72fZ+Ffdms22jslQYqcrmao6ClcUdT4mmbmnWJOp8TTJjWJAJpNq9msWoB/tn4L/efzmqs+O3if5atPbPwX+8/nNVYR1m8T9lUClFYx3+yjXtoDKisde0ej/mvde6gPawu7j4Gvda8uTB8Dx/4oC/eYb4KHz176wqY51PgvEfu/41uofmH+Cl+evfWqY51PgvEeFv8AjJQpTXJ2/Ytz7pRXtlYysSFJOeJjunupHHbSZmuJgkZUZ8xWzbJCnLAy5O4zG7WksLjEs5HuqrpoGVlVtCLgOUMIzRuPsretj8rNm30VFL28u7pOkySO0BssequPUTnBtqG9+ugeTdVGhYe1i2PvnTAwMqlHXNrrvXURO7jT29s243Va2wLSFJB8nUhbjXCPjARG6PCrDxu1bF+EOJw4QaAdIoEdgUEgec+asWxGElTbxGHXLPVa8BOkeVGg03Aa1wvVZf7Zvxa5YlSSv5mgWcC4t58rBTMHK2WVWSTmIyAgnU7zpv0pOxiD26GrJw+1sG7E3sRZSN5F4SR2SG6w7gK1PlftHAOwGETM+ma8CwWOyDo574r2Nl63I32csbrr0PF2tFaiTzXTGmHuxToX++fCm2yNtNYHUUZpkt1TI7OspiO6N57oeX9qPiSOkdVPA718Cfi+ivoHlmnwRwafZ2knjcsuWpPkunj1HNkmJ4Vmb9R5bKYadN+4+cGda86XWunFkk1cjx9ZpceOdY+Xjf5Kh+t6nKXqjEesmvVu3jheEkWxFYC9Uab9KLdq7yJ2Iz5bXZwj+KfWFPPwcvz2M+bsfWuVD8rrk4Z/FPripf8ABy/P4z5uz9e5Xg7S/nLw9T6/YUd3TNf5P8EXpRRRXnntGm4lwL4bOUgXLdzqhlZLmIeBGhDSpGYHTNuPBlZ5M2nV06V396ewTkCe9m0tgRpBZQmp4k7gIFNNs7O2uMRcNixg7lvM/Ru/lZHZjBBYRo0Ebt9RuK2byheQi2LIIAPQmyhIAgDNBbQbta6oLh9tI1t/IlNqYazhsOVv30RWfO5cFhdgQUa2zlrkwJUEzl3RIqv+XHL18agw9vq4dYzaZWvMu5mUEhFnUJJ4E8AH9nm+2qLjXLlm1fZlyk3ry3NJBnrHfp66c4jkTtRkKrg8JbkyGRkDLrMKSTHEeBNdWLsYNNy3map78lSVFn83nwZgv/x7P1BWw1FclNnNhsFhrFwgvas20aNVzKoBg8RNStebJ22dJSOJOppixrDbrgg/rQd3YTqDoaZbLPVPjHDdvGgJHE1gQfTXhorEmgJHbPwX+8/naqsPlt+sfYKtLbR/JY+c/maqs+O3ifsqgViiP7k15rRrQHsURXmtGvdUBIbAwa3ryW3MKZk7tyk/ZSvKrZqYe81u2SVyg66kTOk1H4Ly00nUaA5Z7RmkR4zXmOJzPMiCwhjJEEjKTxjdTvKXxzEfBS/PXvrVMc6nwXiP3f8AGt1D8xHwUvz1761THOp8F4nwt/xkqgoPHqCtoFQ3kkKSQJi7ExTZ8K5mGC6SBoqgfJFPb41tDuHsu1hjrcgGPGtU20+AcVVshXuOgylhHdHtFNmad+tOdsLDLA0y+uTPtFMQa7MX2UcklbsWRoqUwd+nHJfk8MT17rsloGOoFNx2+SubQeJnfu3xYVnm0wrWsyXLyNHF7b694yCfNFbY5FFllosmSFpGlWb9PbN2o3aeCfC3mtOQSNzCYYHUEdnhwr2zf0rvhkuq5Hi5tNutqS4kwl4xwHr/AKUtbvVE27vafsp3bbTQaD0DsrbGUjmnijb/AC/6SQvQKQOKExTW7d7ZA46eyd57qTtG20rnYI0gMImVPWl4gAAzujQa6VzaraEcHBcZdD09m7Cnq/jlwh19F3/cPOn7P70rJLxmmWGuKZDSN5LtoVG6DBgkwPNr3UjcvMIMnKC2uXUxoQJGvs9taobTjN0k76HTl9n3ijxarlf6occplPud5GkpMEGPfIEkbtQfGKnPwcvz+M+bs/XuVoeOuL0Wm9zJ6zyTmlQV8kQJ0ida3z8HL8/jPm7P17lcebO80t5o68OjjpY7kXa5l61rW1OX2zsNdezexSJcQwyEOSDAMaKeBFbLXHPK/GdNjsXdmc+IvEfq9IwUeZQBWk3HR97na2Sv/qwf1bV8+xK2Lk7yiw2OtdLhbouIGykwykMADBVgCDBHDjXG9Xt+DrjyuFxqtGS26XZ4y1tg0nsi2seegNwx3Oxsyzce099g9t2RgLV0jMjFWAIWDqDrTV+eXZQ3Xbh8LNz7QK5oxWINx3uNvdmc+LEsfbSVAdV8mec3AY6+MPZe4LrZiivbK5sqlmg6jcCdY3VuVcx8xI/K9rQfm7093UjTsP8AzXTlAc7bUOt353/T+jX5WlIbJbRoIOo3FTw/0gUvtI63fnB2foxvJBikdmHRpOsjiTp26gd+7sqEH015RXhNASG2j+Sx87/M1VbPXbxP2VaG2j+Sx87/ADNVZYW/kukwDqdD4VQGajNUwm0142x5o/pSg2pb+QfQtAQeevc1Tv8Aidv5J9A/rXh2knyT6B/WgIIPEEGD2jeO8UMSZ4kz3kk+01MttJeCn1Umdo9igeegLq5iRGyln9Ne+tUvzqH8l4nwt/xkprzQXi+z8zas126Sd2pI7KX522jZOLP+lP4yUKUO14Z7UzGgMb/Ju09VSdyypjIDEtO7SdRPExrIqGw13RToSIjuif6n01LYBs56xgLrMwFG8+Ao3JL4a+ptxvH/AFpvwMHwsjJdWRLBddBlMQPjTH9mmd/ks2+24I10MzoYmew791N8byiIcjDjKglQzSSw3TG4A9lNl5Q3xuKiBA03eAmopT8DDJDE292zZNi9JhRkYBjGZQIJzDNAA01PVGvb3VPWOUcIsmGJM5jljdB13b+NV1/j16Q0iV8kiQRoRoQewmvMVtu7d/OEP45j9v8AcUTku83Y8+7FLnRtW11e8ZyFn0GaCy6tqRG8AcCJ0mNdGl3ZjASmYr/qUg6ASfTPq7ah7nKDEXAFJLBRIADaDQT1Tu3b6T924iZyPoCN13dIBG/tgHxrox55RRx58UMrtm07IsSGLZwSICqCHK6sx7VGgHbrUkFZgAyNGpIExEkSz68BwJO4HWtG/wATxCdYhwBGpFwKJGUTOm4RrST7bukQT29vEQeNdHvnDlxNEdLu8O43HEoottcYmBmYA5z1lZQFS2RqsEv0nfE6GmyJOUW8xzicwBzaFpUsdCo3HQarvMVq7bauGJO7NGrSMyBGgzOqgCsLW1nVcq6LpoGfhMRrpvPpryskJzk5N8WetpdU8KUe5G1JiIYMQC2acp1j5KwB1lHZwnwpfC4e/fGlpnBJCwjFQSSIDARM79fQK1Bds3BuZvpvw1010qRXlvjQFC4i4AohQGIAERAHmFYvHNNSjV/O16m3JrYzi40SPKLB3LCsl4MjtDBCAFCm4IIjfu7q2v8ABy/P4z5uz9e5Vd43lXi7qsly/cdWADKzEhgDIntg61Yv4Of5/GfN2fr3K3qU5Jb9X8uRwyab4F17TxPRWblw7kR3+ipb7K4rmuuecfEdHsvGt/8Ab3V+mpT7a5GqmIVa/NXiuh2Ptm4DBFsAHvNq4o9bCqorf+Tl/Jyf2nGhe/hU/wBykj0A0IaAKKKKAsr8H+3O1Sfk4e6f91sfbXSdc6fg7JO0rp7MK/rvWf8Amui6FKGvgBj3kk+ym5FNdrYxkukCI3wfE+Eec17hcXnnSI75B8N1Qgua8NE1iTQD/bZ/JY+d+1qq0fnD4n7Ks/bZ/Jg+d+1qq4H3w+J+yqB4K9rCa9oCa5LbCONvi0GCCCzOeAG/x37vZvrLldyabAXEAuC7bcGGgqZEZgVJMb11kzNI8m9r+5rwfhBB7wfOO6nnKjbwxRUmZXQDTKAd/eT3zwGgjUCAr0VjRNAdCczPwavzlz2ith5YbH92YK/h5I6RIERMghgNSBqRG/jWvczPwavzlz2it6oU54xHNVfTcbo/dm5/DzVF47kFiVWDdheIZWtz454mum6KA5QbkXiPilG/VOb2TSb8jMYP8lj+y32iur7llW8pVPiAaanZGH39BZnt6NJ9lAco3OTWJXfaI9VN22PeG9PWP611r/hNjhbUfq9X6sV5/hNr/WPC7eHsegOUdnpibDFrQKsVKEwjdUkEiGkbwPRUg22NonfccxJHUtHUuHJ8niyg+aumLmwLDb+l/wDPiB7Llcxc42F6HGMFBAYPcGYsxIa/dytmaSeqFoDDG43G3UNu67MhiVItjyWzjUKCNTNRw2Zd+T6xXQHNZsC02z7bXRcD5rmYdNfQeWSOorgDQg7uM1ua7Dsjd0n/AJ7/AN+gOULexbx3IT6KcpyXxR3Wn+ix9grqkbHs8VJ8XuN7WrIbIw/6G0fFFPtFAcsf9KYkeUhXxVx7RS+G5HXnMAr5iD6t9dTWsFaXybaL4Ko9gpwKA5mw3NtiG+LdPhaux9LLHrq0uaPkXcwBv3LmZTcCIFYDchY5tCflRB7KsiigNH56r2XY2Kj43Qr6b9ufVNctV0zz8vGyXHyrtkf75+yuc/c4yTmBJXNGsiIkTx0oBlW12bpXYd0D4+0LQPguGuN7YrVKn7l2Nl20+VjbrfQw1kfz0IQFFFFAW9+Dha/7vFN2WFX6Vyf5av8AqivwbE98xrdiWB6Wun7KvWhTmrbh99P98Tw+01jsttW8B7fSf7ik9sP76f74n++6jANqfDv7f730ISeasS1JZq8JqAkdtN+TB8996qyB658TVlbY+Cx8996q0Hl+c1QOhXs1hNezQDjB5OkTpJ6PMueN+TMM0HwmpDlQuHGJb3HpYhcoLM3W1zQX6xG7f38IqHmvaAymvZrGvQagOiOZn4MT5y79at3Y1pHMyPyZb+cu/XNbwwqlGN7FxTR9pRT+7g5pu+ywaAZNtaoLlVy3GCtrcZGfM2QRooME9Y6xurZjsbwprjOTCXVy3AGHYaAqvE8718+QEUdwk+kn7KZnnTxJ+P6Mo9gqxH5sMLqVQKT8nT6sUwxPNLabddcft3D7SaA0i5zj4hlI6RwSCMwcgieI76rPalh0ZTcJOZA6ktmOQs0azpqDp31eTczA4X29I+7WD8zxMTdLQIE9GYEnQSm7Unz0BXvJLlFewNtrYdxLZimc5QdOsI3Ejf4VMNzlYgbrj/Tb+tbaOZyd94jzr9iU9wvNEi77pPnI9gFAaVZ51cUP8yfEKfaK2fkrzpPiL6WHtgl56ySIhSxLDdGnaKmV5qMMTLy3izn2samdmch7GH1tIqntGnsFAO12tSybTrMbG8KVXZQFAZ2cZNPkaaa28HFOlWKArnn9tM2yjkUtF60zQCcqgPLGNwmNe+udniEIJlleQTPDf3a+yu0GWdDurU9rc2uzMQcz4RFYzLWi1omd5ItkA+cUByfUniQfcdiRob+KYd/veEU/VroLZ/Mrs61eF09NdUGRZuOrWp4SAoZgOwnxmlOcjmyXaFuz7ndMO1hWW3byAWCrQcsL5Go3gHwoDnPaGEW2FKuHnsnSO0ECKZVtW3+QO0cISLuGuMg/zLY6W3HbKSVH6wFazYsM7rbRSzswRUHlFiYCgds6UIXf+DYnUxrf6rA9Aun7auqq85mOR9/Z2Hu+6Qq3Lzq2QEMUVVgBiNM0k6AkbtasOhSh9tbKBdp6rgkQRHHcRw/vSo3Z2FyswYRp5t/A/wB9/ZV4coOTdrFCSMtyNLg3+DD4wqsdtbEu4VstxdD5LjVW8/A91ZIhEmwtJPhxTkCsXFAZbbtxsvwuz6zVV/H85q2tur+S2PZc+2qm+P6ajAvXs15RUB7RQKKEPZqYwewbj2+khgpGYdXSN05mKrHgTUMa2vYfKghbdi1azv1VE3IXQa9WIE9prJJU7Du1RcnM6I2Xa/Wu/wARq3atZ5utnPh8Dbt3MucF2bKZALOWieMTWzViZBWLOBvIFUxtvnav29o3rK2gcPaa5ayAhbrMhym4bjAwJBhQBoRrTZ+dpRLe4XO4kteHxtxno+NAXYcWny19IpJtpWgwXOuYgkLPWIG8gcapMc8p1y4FNNdcQf8A2qTuc7zl1uf4fh+kWVVzcYuoI1AOWQCOygLuTalpnNtWBdQCyDygDuJG8cPSKxwW17V43BacObTm3cA+I66lT31Sf448TmLphMKrMFBfrkkfFDMCDA7DSF7nh2guotYVATqRau+VuknpdTA30Bdtjb9m5hjirbF7IDNmVWmFJDQkTvB4VjtLb9uzat3Stx1uFAuRCWGdSwLKYI0G7fJAiTVJvzq7UJC+8LMwRYfWBJiXPsps3OLtR5AcKQQCBZQHUTrmBoWi1eUXL73JjVwxsZkIQl+kys2cke928pzxEbxrp31Of4//ANw9k2nCqoYXjHRsTEqD26/7ToNCaDflbtJwH6diMpYHo7IgwSQDknhTb/qfaD2xc6e6VO/yB8aNIAn0UIX/AGuULHpJtZCrMqSwPSKPJeR5M9h3U1blHfNnMLIF2B72WEDWCM403a+qqKu7RxnSZWxF7UNl99YHSPKg01GIvsrZr7ZkOpN5oIgHQE60LRf2I27iJTIEievOhAj4umpmkn27fD63LS28vEqHzSZ0OkRFUAQzWhczAkNDAtM67j2aa791ODh1F1dVKXAcvlQDpENxme2govG3ymZS3S4vDAZjkh7c5eGaePhXv/WFoMCcdYyQZUAFi0iCGGkROkeeqPFtJyIZeNeGqkzl1ggrB7qFvoIbTKOq3lGDEEnWZ46QJoKL1POBg0Uk4gXCASAEeT3Tlitg2Fti3i7Qu2jod4O8HvrnsY6yMq9ECXCwxMyconhAk6x3xW3cz+1ms3Ww76K2qT2THqP1qELnpDHYtbNtrjyEUSxAJgcWgawN57hS9aPzt4sphFEHI9wKxG4dViobuJHpAoGPMVzjYC2Y6VnA3slu4yD9sLB801LbG2nhMXN3DvauMN5AHSLO4MCMy+euZjdgkawd4kgHxFOcDtE2XW5adrdxfJdT1h3d47jIPGhhvHU1FaPyC5c+6mOFxSi3jEXNG4XVgHMo4NBBK9hkabt4oZhSWKwyXFKXFDKd4IkUrRQFZ8qOR7WJuWJe1vK73T7y9+8eutRar6rVOUvIu3fl7MW7vh1G8QPJPePQatko07C7O90YB7XFs+X9YEEeyPPVNYzZ72rhBXVSZB09VX/sLAXLKdHdUowZtDx7wdxHeKetsxGbNcRWH+pQfbVBzsL1zgq+s0tZwuJfyUJ8EJq7ceLeZlW9h7Qm3kCOoeAZuSiCSTuGsQd0jVfDYnrgh8Rc/wBK2b2U+cqF7PXSiWUzZ5KY65us3PoQPTFSOH5t8a/lLl/WcewGrnS9ffyMJd8Xa0g+sT6qVXAY1v8ALsW+9rjufQqj20KVThOai5/mXUHgCx9dbHsjm8tWGDdIzEdwUejWt6Tk/iT5eKRfm7AB9Lu3spxa5ML8e/iH/bFsf/qVanAUPOT6xZA7z7akqSwuHW2oVRAHeSfOTqaVqFOY+czAdDtm+p0W62ceF63r/uLeioTpn6EkW7aoberdXMY07Z793fVg/hDYHJicJiQNGUox77bhh6mPoqvsJYnOFs3LpDkEqbmXuEKhjTtNCmOGwrWnBIUh5VZZSIIlTMwJIjv1ApdTcUupa2pIDknLl06twZiOAAmN3nouYToymew03NEQswy9GOMkEz1Tqe2kPcrkG2LAF3KxJLiQC53DNAgeNAZl36MDpEHRkgIYzEpqkAjXdNeYxw5VmuhlJBKieqIImDxmfTWbKTLLatBbbtIkGTlISRMtJ1HbWK3CoFz3mGCCIBygE5jlAgdbeYmhQbEaw1/QDquAZkTmAjXd6aw6c5T78wudZYE9biCWnsEdvCsyCAbReyA2eWGozEhipYDTTzcN9ZLiCxk3lDKZtjLocyhVI+Kvn3caAxLKT1WuMu9rcGBmEDKskSIn2V5CAEkXWt/FO7LBykExA1108K8OK3MLrFjlNwARAXQ9add+nDjQrpMdJca1BGg1BnPIXs13/ZQCjWD1FKP0g3NrDBNYAjs48NKwN0K7e95dMpQs3GDJIPqoIBUg9KWYwjbwRc4MYk79QN81INhdw6C6xgDs/wD5ChBns69q6aZXB0khZG4GWAOh4zwrwN7zEpmtNoZndqCGHn8Ypz7gcOrLZZIloLNmcqJIUxMxO7gtIWMRmvEC3GdTILEgkSQSSR3DU0A4x9wq9u9CwQNIBE/GkgQTvHE6UsoAuOouCLqAgxGukACPk+3tpo4y2QnvZMtIBlk60g6GIIPtryzcL2BBUPaPk5RJicusb9+h7JqAVW7msMuY5rR6kCNNymJ8fCafbKx2S5bvKT1YbedBuuLHrHhSBxIW8rZxDgK0AgrppDR2k+ikUJU3LYZgB1l3iQRqCJGmu/xNAdP7KxYvWkuD4wE+PH11htvZqYmw9m6Oq4gxvB4MO8HWtR5o9pC5hejnyIjicu4D0RW+VSHMXKfYtzCXHs3lzAapcEwy8GWdPEbwfXqGHxxtXcylSRuLKGAMaHKwIkbxO4gV1Vys5J2sbbIPVf4rRInvH9+eueeWfIrEYJz01s5CercXVD4N29x1pZGlXAaYTFXkupikcm6ji4HJJJYGdTxB3EdhIrqfY20FxNi1fTybqK47swBjzbvNXIOExTqOj1IO7trqfm7wNyxs3DW7oKuEllO9czMwU9hAIFCI2OiiihkFFFFAYXbSsIYAjsIkUyfYeGYy1i0T3op9oqQooBC1gra+Sir4AD2Up0Q7KzooDxRG6vaKKAKKKKAKKKKArrn32V02y2cCWsOlwfqk9G/qafNVB4XEW991nEhSFTJEwMxOcgcOGtdZ7c2cuJw96w267bdD+0pE1y1gMJjMJcuKls51LW2JQtuadKFEMPZw7daMTOdQoOQBp1mVQxEbhJr02BlKtaum4WZEbr5DmnUKVBbfuA17qf3b+0HZWIeVMrFodUkESOr2GvLlnaLlWbpiVMqckQYIkQo4GgGbYcyg9yuHLqAGL++BVMgSAfRTgbJxBaRhFAy5cpMjfM6vJNKPs7aDEFunJG4kkRIgx2Vi2xsa3lG757p+1qAzt7GxMN7zaGYkychIkAdXU5RXv+DX4UE4dQuUg9WZXdJy6+ekf+mr535fPdT7WrO3yRuHja+mp9lAKNh7iN0hxGHzKpAEqZG/Llygb6QBi2WGKUMylmQa5mKwQdYnhMaU8t8jbh+MnmFw+xad2uQ1w8WPhaun2qKAhcX0ZtrGIOdVAChbmWYg6kmPMBurLHXrTCVu3MxyAgKVQgESSOO6fGtls83d4/FvHws/1YU9tc2V4/5d/wA6219rGgs0y6+HnMouluGiAdnCOFJ9LbKIMj51jrSAPKkwPCrFs81d4/5bDxuIPYpp/Y5p34qg8bjH6qihCsvdKdJnFmNGBHSHUkiCTHDWssNicrMRaXrADKSSBHm14eiraw/NTG9rQ81xva1SNjmwtjfcXzWk/mmhbKZu3mdSvR2lBg6KZ0IO+e6l0a6zh4GYAgZbfAxPb2Vd1nm8sjfcuHwCL9Vae2+RGFG/pW8bjewUFmic1D3ExRDhvfA2hGXgSSBHcKuCozZmwcPhyWtWwrEQW1LR2Sak6ECsL1lXBV1DKd6kAg+INZ0UBEYPkxg7T57eGtI0zIRRB7R2GpeiigCiiigCiiigCiiigCiiigCiiigCiiigCiiigCofH8msPdYuysGO8q7JJ7SFOtFFANxyNwvFGPjcc/bWY5IYP9CD4lj9tFFAZryUwY/9Pb9E0vb5P4UbrFr6AoooBdNl2RutWx+wv9KWXCINyKP2RRRQCgtgcB6K9ivaKAKKKKAKKKKAKKKKAKKKKAKKKKAKKKKAKKKK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6" name="Picture 12" descr="https://encrypted-tbn0.gstatic.com/images?q=tbn:ANd9GcQETK2NRzxtgkCs8TmWKXxrQP1ug6AlebwKVgRYPpw_Xd-zxD4K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3200" y="1143000"/>
            <a:ext cx="2705100" cy="1685926"/>
          </a:xfrm>
          <a:prstGeom prst="rect">
            <a:avLst/>
          </a:prstGeom>
          <a:noFill/>
        </p:spPr>
      </p:pic>
      <p:sp>
        <p:nvSpPr>
          <p:cNvPr id="1038" name="AutoShape 14" descr="data:image/jpeg;base64,/9j/4AAQSkZJRgABAQAAAQABAAD/2wCEAAkGBxIREhQUEhQUFRUXFRcYFxYUFhQYFhcUFBUXFhYVFBYaHCggGBolGxYZIjEhJikrMS4uFx8zODMsNygtLjABCgoKDg0OGxAQGywkHCQ0LCwsLCwsLC4sLDQuLC0vNywtLCwsNCwsLCwsLCwsLywsLTAsLCwuLCssLCwsLCwsLP/AABEIANcA6wMBIgACEQEDEQH/xAAcAAEAAgMBAQEAAAAAAAAAAAAABQYDBAcCCAH/xABWEAACAQIDAwUGEAgMBgMAAAABAgADEQQSIQUGMRMiQVFhBzJxkaHRFCMzNEJScnOBgpKxsrTB0hUWVFVidJOiFyQ1U3WDlLPC4uPwJUNEY8PTCGSj/8QAGQEBAQEBAQEAAAAAAAAAAAAAAAECAwQF/8QAMREBAAIBAQQIBAYDAAAAAAAAAAECEQMSIVGxIjEyM0FxgZEEYaHBkrLR4fDxI1LC/9oADAMBAAIRAxEAPwDuMREBERAREQEREBERAREQE/GYDjNHEY0q7La9gDpfpv2dk08XilCsxBJCk6t1Am2o7JEylPRlP2wn7TxKMbBlJ6gwJlA2TvNUxKZsipqRoS3A9slthOWxCEkk87j7kyzmJxKVtFqxaOqVviIhoiIgIiICIiAiIgIiICIiAiIgIiICIiAiIgIiICIiBB7QB5d7X7xOHhb9ISK2qz5XHK2HJm9MobtcPYhiTbW3ZzDJHbVNi7ZApayd8L6c69pE1cNUs5dKZApPzgLMOadBzjprJ4sT2Z9VU3P9R+M30pcN3/V0+N9Eyoboeo/Gb6Rlw3e9XT430TNanblj4fuaeUclwiIkdiIiAiIgIiICIiAiIgIiICIiAiJgq4tF4nxAn5oGeJqnaFPrI8Kt5pmo1lcXUgjrHZAyREQEh9rbZNBiClwKTODcjMygkotlOthfUg24A2NpiYK2DpubtTRjlK3ZQTlPFbkcOySc+DenNIt04zCFfebK7K9OwQIWa7WXPyepDIOBqjt0NwNL+a28rKLmifVFp2u18xpGoRfJlNrZdDa51Kya9AUrW5NLWtbKtrWAta3Cyr8kdUNgKRLE00JbviVW7c0rztNeaSPATM4txd41ND/T6/z5orFVf4zUXqpUm8bVQfoia22GIoViOPJvbwlSB5TPeK9fOP8A69L+8qTBt9rYeqf0ftE67PSiPJ87a/x2nhtfdS90vUh4X+mZbt3z6enxvomVHdtslJRYszMyqijnOxdiFUdfkABJIAJnRNg7E5L0yrZqxFtNVpg8UTr7W4nsFhGpHTlfh+6p5RyTcREy7EREBERARPDVANPmBPzT9RweED1ERAREQEREBNfH1SlOow0KoxB7QpM2JqbW9Qq+9v8AQMJbqar4kninz/YZV9694KmGqYdKap6Y1mzBibZlGmotxMl6mgJuQACSQ1PQAanivCUbes3q4O1RqoznnsVJNqguLqbaEW+CXTjNt7lr2mtYxxrzhYHxTuOcT4OjxS2bu+oL4W+kZSMTi1o0XqsGYIoNlsCczqnT7qamD7py0kCLh3IF+LLfU365iHZ1WJzH+Fgfk7fKWP4WB+Tn5YlyOnRKHu13QfRmISjyOTMCblgeFvPL5KERECJ2hsMVKvLLVqUqmQISuUqyAlgGR1I4k6ix7ZA7ewOIDUaBrU2XEO1MsaJDKFptUuLVAD3lvhl0lf3h9c7P9/qfV6sza0xvj5c3XQ0qXtNbRuxb8sofuU4FDhRiGF6rvWTN0KlOu6ZaY9iDkBPSTxOgteJUO5T/ACcnv2K+t1pb5uZzOZca1isREdUEREikRBgY3qqNCRfq6fFOfb/d0Org/S8Phqmc6CtWRloj3A4ufEPDIjbuFTFY7FGrUqKEqqi2rVKdlWml8gXS9yTqOnsmTYu0KuEqjDmtVrJUp1GTliHKvTCkZX4lSC1wfajrnatI8XObT4KTgNl7QxtU16lSqhbvq7s6XHtaYBBYa6KvNHWJ2jcchKXIAuwphbNUYszZixJYnpv88rJbrPwmY8RvX+D8hWmahqqSTmAACOQBaxl1LbkpGJdQicr/AIWH/Jh+0/yT8/hYf8mH7X/JPPl1y6rE5Se6xU/Jh+1/05cdx95Gx9Oo7IEyvlsGzX5oN72HX5IyLLERKE1dqeo1fe3+iZtTR24f4tXtx5Gp9AxDNuzKCxWFrFmIcW6AQth4bqb+OVPfNGFXBB8ua7Xyiw75eiXmm+YA9YB8YvKTvwx9FYUdAv4zc/MBNafa9+Tj8TPRjzrzh53h9ZV/cp/fU5zidG3g9ZVvcJ/e05zmc3eSIiEWHcTlfRY5DkzV5N8nKlhTzXW2cqL28E6Xn3g9psn9pjPuTn/cvF9oU/cP/hncZYahTs+8HtNk/tMZ9yYDtna1DEYSni0wHJ4ityV8O2IZwRTepfngDgnbLxKpvn652V+un6rXlFrEr+8PrnZ/v9T6vVlglf3h9c7P9/qfV6sxqdXtzej4XvPS35ZaHcp/k5PfsV9brS3yodyn+Tk9+xX1utLfNvOoy7a2tXxOLp4RMByeHrClfENiFck00e/MBHsuybGfeD2myf2mM+5Pe5Prra366Pq9GW6BTs+8HtNk/tMZ9yM28HtNk/tMZ9yXGfhgclw6M9bGmoQGGI51hdM3JU75b62ve3YRNHHU8mNwNha7VxoCLjkeNj4ZL4d8uL2gLf8AWeTkaXAdcjNrXbGYG975q+p46Uwfmnphwa+89avegtEEl6hzaaczKQGPQOJPgmvvyNcP7ip/eGWjLrKzv4NcP72/i5TjOepPRarG+VViInBsnXe42P4tW99/wicinYO48P4pU7ap+aVYX2IiVWjtnGtRp51XMc1NQO2pUVP8Ujqu0Hq0cUrqqFKTApmzOGNEO19LZbtYHptfpk8yg8Zjq4dWDBlBDAq1+lSLEHs1k35y1M1nTmuN8+Psgdnn0qn72n0RKdvgL4yj2a/utLwu7SKAtKtiKSgWADq4AHADllcgdk0MbuVSqOKtevXqBeKk0VVlAOjcnTU267EXnSloiZmfm8utpWtWsR4TE+0orZ+yhjKbqxC0GXKXJsXZWB9L/RBXVuHQL6ka9fub4ZQSHLW6A5uewSUxGIBJymy6AKtgAq6KBbgOAtMBXtPy+rh08L+QThtPThCDcFDwRrdtQA/Be0z4PufUHJDB0t7Zzr4NJuub9LfCW6jx16r+MTJyCkjUjjxLE6EamMrhv7ubk0MJWFZHJYKRa5OjW8wluLAcZR8PXIqLfQZgeA6Df7JaMZhqrtdSoHbe69egGvjmolJhIBgeEqu+frnZX66fqteWTB4YU1tcnpJPSfslb3z9c7K/XT9VrzSLXK/vD652f7/U+r1ZYJX94fXOz/f6n1erManV7c3o+F7z0t+WWh3Kf5OT37FfW60t8qHcp/k5PfsV9brS3zbzqjuT662t+uj6vRlulR3J9dbW/XR9Xoy3QIrb+Pq0QhpIHLMQQb6AU3IOn6QW/Zea1HeIMwXJrmprmLZV9MV2N7jQjkyANbll110nSJ+ZZmYnPW7VvTZxNd/HLie9W8D4HaeKU01dXdaguSjc6kgJVhfpHV0Tzs3bqY7F0ctNk5KnXc3t7JVXSx148TadixuzUq98qNfQh0VwR2gyJ2PuZhcNWetTpqrNxCghRbWygkhRfWwtqBPTGpXDx7E5eNi7AvapWHaqH5383jn5vJuxhca6vVcXVcosxGl79DCTO2cTydM9baD7ZV2W+nULDgNP93nntbMu0QjcXuBhVtkHKeCq4t+8ZqjcSmBzqaH3Nd7/AAi5kvUpnt8Y+z/esxhATrfh29Q4eNdOwzGWsMWG7nuDZQWIUnipqOSP35bd2djUsHTNOi11LFuJOp8JJlbFIDMVJJ4DTTidReS27VQlnHSV6gOGXXymaiUwsbVVHEgfDPcil2YzHnsMvUt7t4b8B2DxyVE0hERAT8ZQRYz9iBrnBJ1eU+efnoFOrynzzZiBrHBU/a+U+eeDsykfY/vN55z3u+7Ur4bA0GoValJjiQpam7ISvJVDYkHhcDxTgn417QP/AFuL/tFb70mB9fps6kPYD4bn55tT41O8uOP/AFmK/b1fvQu3cY3HF4g/19T70o+ypVN8/XOyv10/Va8+Zl2jiT/z658NWp96ejiKzWvUqGxuLsxsesa6GB9g3lf3hYeidn6j1ep9Xqz5gLVj7KqfjOZ55CqeiofgaS0ZjDppamxbPymPeJj7vpDuVVFGzkuQPTsV0j8rrS2nEoOLr8oT5COEqe1fxNPB2ax/5bH4p80rm+kNzMbSXFbVvUQXxoIuyi49D0uGstJ2rhxxrUv2ieefI/oFulG06wdJ+HAn2vzQPrVtuYUccRQHhq0/PML7zYEccXhh4a1L70+UPQZHED4Svnn5yHavy088D62wG3cLXYrRxFGqwFytOojG3XYGSE+OkGUhldVYG4IqKGB6wQ1wZfd2e6xjcLZa9SniqfVUqKKoH6NUcfjA+EQPoWpSVuIvMXoNOryt55E7n71UNp0TVoZgFbI6ta6vYNa6kg6EagyegYPQidXlPnn42Cpn2ImxEYGr+DqXtB5Zlo4dE71QPAJliAiIgIiICJ5ZwOJA8M12xyA9J7QNIG1E0n2pSHfEjwq3mm4pvrA573cMByuApPYEUsXQcg6gqxNKxHhqCcZ2k2Hp4PDvTHpzGnyhHItmzU2JC0xYjnBZ9Kb07MOKwlaiLZnQ5b8M685CfjATlu7Pctr4QA8jSer01HqDTsQBTlHlklumN+769ShbN2LjK2oRkU8DUC0/3Q1/JJUbn4nS9e3YoY/DflF0nS13UxvVRH9axt/+c9NufjSPVKK/GY/+OTK48nPV3NNudia97cVOX4dWMx43dlU5ULVTQoENXHuGA9kaigaE+16OudKTczFdNWiPisfsEr1TZzs1INyB9EYuphiTRBsaC1DnOuoPJHTTvtTGfBdjMbWYxHn+inYzYFMcrarhl5yZc+NxByji2a3SbHTw6z1tHd+gr1AKmGW1NcofEYwsrEpdyAbWs+nEd7pqZ1Q7gs2bNWo86xa2FXXLw9nMzbiFr5sQDmXK1qCaqOg3Y6RvYxHGPr+jjlfYeGAf07CL6XTIN8c+UkKWfW981zxvxGg1mfaexsGrOA2GT+LqbchiXKElM1a9/wBLQX0uLjQzsDbiKb3xNU5rA8yjqF70Hm6gT3+IqG+bE4k3FjbkBcXJsfSuGpjeuI483E8VsvCgVefSX0ujquAqnITYhhc8X6u0Cb2N7nmGqOzh6iZjfKgRVF+hVy80dk6Nu7sEYivjqdStXtQxC01syAsvJU3Bc5NTdjwtJ8bkYfpeuf60/YIjKYrxcKr9zJPYYhh7qmD5QwmjiO5nXHeVqTe6Dr8wM+hvxJwnSKx/r632NPS7l4IewqHw165/xy7zo8Z9v3fM2J3BxycER/cOv+K0isVu7i6ff4eqO0ISPGLifWQ3QwX8z43qn52nsbqYL8np/CL/ADxvMV4/T91I/wDjxQK7NqEixOKfjx0SmJ1Ga2AwFKguWii01JJIUAC54k9ug8U2ZWSIiAiIgIiICae0q5TJl6XtbTXmsba+DyTckXt4c2nw9UHHh3j8dD80JLy1ZjxQeG3mMpmM3hr+jqlBSopqoIsvOBshOp90ZM4/IEOZ2QX76kyZh0+xQHolOqj/AIlW496OPHhT4y0jOfJy1bTFqRHjP2lYKjk6kkntl+o96vgHzTl+3drrhURjTNTOzDR8tsoU+1N++8kxL3VqgFhh10/7v+SYh2dYico/hYq/ky/tf9Ofn8K9X8nX9r/py5MusRKjuLvY+0DVzUwmS1rNmvf4olulCc1/5mA/pjF/QxU6VOaMefgP6ZxXlXFTE9qPV6Kdxfzr93S4iJt5yIiBUdyvXe1v1xfq1KW6VHcr13tb9cX6tSlugIiIGI4hbkXFwbEcOgHp7CJq4nFlQTzVUAksWGgHEnoE0MS/ptXRjzl4X/m07LSG3hxq8hXQCpc0XNyvMtlIIz8L9knXOGLWxWZ4ZSY26pF0rBweGTIw8drTNsbaj1auU2y5SeAvoR1eGULdQekL8b6bS37ujLVu2gyHU6DiJbRi0wtLbVYnitkTF6JT2y+MT99EJ7ZfGIaZImL0Qntl8YmRWB1GogfsREBI7bPCn0c//wAbyRkRvFUyiif++g+Urr9sdbNpxCIOBrdFYk9oUgjwZftlRxY/4nX9yv0ac6BOd1GJ2hiD128QIUfNNU6p8nHW7en5/wDMtbf71Kh7up9FJS5dN/vUqHu6n0UlLnN2kiIgdN7jA1xHxZ1Cck7l2LqUUrtToVK5LgEUygK2UG5zkS9fh/E/m/EfLw//ALJNuIeimhe9cxj3iOcrDOZv3+A/pnFfRxMtf4fxP5vxHy8P/wCyVevh6iNs3lUNNm2rWqZWKkgVKeIcXKkjgZM5tGHadOdPRttTG+a+MTx4S6TEROjxkRECo7leu9rfri/VqUt0qO5Xrva364v1alLdAREQK3tOsqVahbpcAaPc2pJwy6yF2xiOUo4gBxlFFzkPK5wcuhOduHHo6RrprYcRZqtYEA2ddD71TMi94aaJhcQQAPSmGgA4iw8piO05and29VX3W9QTwH6RlT3ixdUYquBUqACq9gKjgAZjoBfSWzdj1BPB9plN3j9d4j31/pGW/aldPu6+Ucmn6LqfzlT5b+efhxNT27/LbzzFEw09vWax5zcPbGfRG7nrWj72vzT5zfgfAZ9G7vetqPva/NLCwkYiJVRu1K1YVKK0QLMxzlgSAi5Sdeg2vbttIXHYt6mGoNU0c4mjmXKVyMWF0176x0v0y2TW2hgKVdMlVA63BsehlN1ZTxVgdQRqIrutldSYtp7GPX3/AJ6I2c35QLi6zMbAG379hYcSSTaw4kgTpK7uIuiVsSoHC9Zqnlq5yfhkeN2cNhXOI59SrrlNQqQrNxZVVQM1r62uATa1zNVtFa2ifF59TTta9LR1RM59sI8br08VTX0UQlmLImYhlBAHphVgMxsNOjtmji9wMIo5nPN+HKONOu+eSLC9tD18AOOp+yYnom3Dh4Pm8PkE47T0YRA3FpDUolurl3DfDzpuYTcDBsLuQhvw5Vz8N88zinrqD/u/l4+MTKKIBuCbj9HS9hLlcMtDcOgEyUcViqPOLH0LXNMsbBeeecSBbhD7hqOO09rDw40/dm1u/VYVhfpBHQOs9A7JMNs12bnPzenLfMezs8PzSxKK+O5+Pzntf+2t92ZcHuDTp1qNZ8ZtCuaL50XEYjlEz5WW+Ur1MeFpbUUAADgBYeAT1NIREQERECoYvcJHr1qyY3H0DWfO60K4RM2VVuBk6lHEmePxBP5z2t/ah9yXKIFN/EE/nPa39qH3Jj/EcfnTavG3rscervOMuxkDh9gcmyMpUkO7NmBIOc6FR7FlAAB7T1yTM+DdK1nO1OEXsXZ5w1TEUuWrV7Gm2fEPnqHMnAtYaCwtG9XrWp2gDy3+ybeMSrSxVZzRqPTqLTyvTAexRSGDIDn6RawIkTvHiuVw7qlPEFrjQ4bEg8ei9PWdIxOpHo8eptRoX49L7oPdkWoJ7kfbK1t7Y+IfE1mWk7K1RirAXBBNwQeqXPd/ZLilTfE0yqXAFFwQz29lVXiKd/YcW6dNDaG25r6kD2kDt149kxeY2pdtOOhGeEOKnYmJHGjUHhEDYeJ/maninWa+JpOxZqR17QBp4D1TCK1PvloFbfpi1xr0kzGW9lyt9hYqx9IqcOqfQWx0y0KQ6kX5pDUtui1zSRdeF/MDJehtANSDkWubWv0367SxJjDeiaGFx5d8oHDviPY6cCeub80EREBPL0w3EXnqIGD0InV5T549CJ1eU+eZ4gYDg6Z4qPFPH4Ope0E2ogYaWGRdVVQesAX8czREBEhq9eujkqHdeUtlKgDk+TBupCXvyjBRc8AT0GePw1V5JH5Bg7sVFM581hTL3ICkjnDLc6ag3gTkSBO2azcpbDuts+TMtS75UDLYBbA625xGosL9H6+1MRmVBQYapdirEC9YI/AW0XXq1vwFyE7EiauNrGstNUITlAGfK3eBGfiVy84gLcE26bEiamI21XVmy0HYXygBKmmViGYkqL81kItcGzAEwLDEjdl42o7OlSmVCBOeQQHY5g+UEcAVv4GE0qe1cQoXNRZrm5IV72ORrABLCy1LanU0mHGBPxIhMdiCj3pBHGULbOwzNUamSeaNBlzX6iDPGF2nXNRUag1mY8+zABCA635uhANjfpW3GBNRIKrtqsHKjDVGGZucA9sqlQOK8SCT1c22vGKm2a6kA4Zzq4YrmIuhHA5dQVYEHpKsO2Bk2pgKlR7g6AaWA+0zS/Az9viH3pY6JYqMwAa2oBuAekA9M9zOzC5Vhtg1D0/R8/g8U8psSqB16fo9Vr8eMtMRswZVWpsSq1rjh2qPtkzsvAZKeSpZtTpxFtOPbeSMSxBl4p0wosoAHUBYT3ESoREQEREBERAitq7LqVmBTE1qIAsRTFMg68TmU6zS/F7EfnDFfJofcliiZmkT/btX4i9YxGPw1nnCu/i9iPzhivk0PuTc2VsqrRYs+JrVgVtlqCmADcG4yqDfzyWiIpEf2W+IvaMTj8NY5Qi8P6JFVs1imV8outs2e6a8e90Olha+t9NOgmOJXMRwALWp3sagzmwJs2TUDUaa3J0zVcBiSbrUA57HVnIIzhlutrWygpl4c7NqRMdXZWJy2WubiwF2bVQ5LBj0FlNsw1Fha004sgTFiiLG9UuS1yhAGVguXoy5ghOl7Fra2mNhi+UQk8Sw0AKhXVSSbCwyFTYniTb2UPsnEEC9W7Lcq2dwScrICVAyrzWYaA62bjpP0bIrMKmepmJotTU53uOUVQ3RzbFRzhcm9zA2BTxAqkgnI1S+uQgIFRbe2scpIt7JjfQa6tShjFzFGJJJ0YoeaazscvQCEcBb6czUGbP4PqlXDPe9WmyjM2i06oc69F1AXKNObx1JmPAbLr06iE1iaajVbnVspDXuNQWIbjplsNCYH5tCnizkCEaKpYrlAZwHz6E345CBw74GYmp40ka8BfTkwC3IuLHpINQqTwtYWuLmflbY+JbN6fxAIuSctRSjghSLC1RCR2ORbQT0+y8XlsK9rkdLXUFecA3srMFtfiM1+MDxiqeOIyqbXDc4Gndc1MWAuOIe4B6eJNhY5nXGZnAIC87KbpwurJa4POsHU30F0IHGel2fXQ1KmfO/JuKYzNYO4QsLHS2ZBbqHhM8rszE9NYgaezcnLnuafAX09nx6AAIHvHjGZhyZTJZcx5ubXV8gbS4yWF9Dyv6OvilRxmZXZhYKQUuLG4S1rC18yXJIOjkKBJTAYfk6VNPaoq8Se9AHE6nwzYgV1KePABvdiUBuaQXIrMS2UXsWDa2J7xRfUkZKVHGrlXNcZUBZshN8mV2brbMFYAaavfok9EDDgw+ReU7/ACjNw762vDSZoiAiIgIiICIiAiIgIiICIiAiIgIiICIiAiIgIiICIiAiIgIiICIiAiIgIiIH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0" name="AutoShape 16" descr="data:image/jpeg;base64,/9j/4AAQSkZJRgABAQAAAQABAAD/2wCEAAkGBxIREhQUEhQUFRUXFRcYFxYUFhQYFhcUFBUXFhYVFBYaHCggGBolGxYZIjEhJikrMS4uFx8zODMsNygtLjABCgoKDg0OGxAQGywkHCQ0LCwsLCwsLC4sLDQuLC0vNywtLCwsNCwsLCwsLCwsLywsLTAsLCwuLCssLCwsLCwsLP/AABEIANcA6wMBIgACEQEDEQH/xAAcAAEAAgMBAQEAAAAAAAAAAAAABQYDBAcCCAH/xABWEAACAQIDAwUGEAgMBgMAAAABAgADEQQSIQUGMRMiQVFhBzJxkaHRFCMzNEJScnOBgpKxsrTB0hUWVFVidJOiFyQ1U3WDlLPC4uPwJUNEY8PTCGSj/8QAGQEBAQEBAQEAAAAAAAAAAAAAAAECAwQF/8QAMREBAAIBAQQIBAYDAAAAAAAAAAECEQMSIVGxIjEyM0FxgZEEYaHBkrLR4fDxI1LC/9oADAMBAAIRAxEAPwDuMREBERAREQEREBERAREQE/GYDjNHEY0q7La9gDpfpv2dk08XilCsxBJCk6t1Am2o7JEylPRlP2wn7TxKMbBlJ6gwJlA2TvNUxKZsipqRoS3A9slthOWxCEkk87j7kyzmJxKVtFqxaOqVviIhoiIgIiICIiAiIgIiICIiAiIgIiICIiAiIgIiICIiBB7QB5d7X7xOHhb9ISK2qz5XHK2HJm9MobtcPYhiTbW3ZzDJHbVNi7ZApayd8L6c69pE1cNUs5dKZApPzgLMOadBzjprJ4sT2Z9VU3P9R+M30pcN3/V0+N9Eyoboeo/Gb6Rlw3e9XT430TNanblj4fuaeUclwiIkdiIiAiIgIiICIiAiIgIiICIiAiJgq4tF4nxAn5oGeJqnaFPrI8Kt5pmo1lcXUgjrHZAyREQEh9rbZNBiClwKTODcjMygkotlOthfUg24A2NpiYK2DpubtTRjlK3ZQTlPFbkcOySc+DenNIt04zCFfebK7K9OwQIWa7WXPyepDIOBqjt0NwNL+a28rKLmifVFp2u18xpGoRfJlNrZdDa51Kya9AUrW5NLWtbKtrWAta3Cyr8kdUNgKRLE00JbviVW7c0rztNeaSPATM4txd41ND/T6/z5orFVf4zUXqpUm8bVQfoia22GIoViOPJvbwlSB5TPeK9fOP8A69L+8qTBt9rYeqf0ftE67PSiPJ87a/x2nhtfdS90vUh4X+mZbt3z6enxvomVHdtslJRYszMyqijnOxdiFUdfkABJIAJnRNg7E5L0yrZqxFtNVpg8UTr7W4nsFhGpHTlfh+6p5RyTcREy7EREBERARPDVANPmBPzT9RweED1ERAREQEREBNfH1SlOow0KoxB7QpM2JqbW9Qq+9v8AQMJbqar4kninz/YZV9694KmGqYdKap6Y1mzBibZlGmotxMl6mgJuQACSQ1PQAanivCUbes3q4O1RqoznnsVJNqguLqbaEW+CXTjNt7lr2mtYxxrzhYHxTuOcT4OjxS2bu+oL4W+kZSMTi1o0XqsGYIoNlsCczqnT7qamD7py0kCLh3IF+LLfU365iHZ1WJzH+Fgfk7fKWP4WB+Tn5YlyOnRKHu13QfRmISjyOTMCblgeFvPL5KERECJ2hsMVKvLLVqUqmQISuUqyAlgGR1I4k6ix7ZA7ewOIDUaBrU2XEO1MsaJDKFptUuLVAD3lvhl0lf3h9c7P9/qfV6sza0xvj5c3XQ0qXtNbRuxb8sofuU4FDhRiGF6rvWTN0KlOu6ZaY9iDkBPSTxOgteJUO5T/ACcnv2K+t1pb5uZzOZca1isREdUEREikRBgY3qqNCRfq6fFOfb/d0Org/S8Phqmc6CtWRloj3A4ufEPDIjbuFTFY7FGrUqKEqqi2rVKdlWml8gXS9yTqOnsmTYu0KuEqjDmtVrJUp1GTliHKvTCkZX4lSC1wfajrnatI8XObT4KTgNl7QxtU16lSqhbvq7s6XHtaYBBYa6KvNHWJ2jcchKXIAuwphbNUYszZixJYnpv88rJbrPwmY8RvX+D8hWmahqqSTmAACOQBaxl1LbkpGJdQicr/AIWH/Jh+0/yT8/hYf8mH7X/JPPl1y6rE5Se6xU/Jh+1/05cdx95Gx9Oo7IEyvlsGzX5oN72HX5IyLLERKE1dqeo1fe3+iZtTR24f4tXtx5Gp9AxDNuzKCxWFrFmIcW6AQth4bqb+OVPfNGFXBB8ua7Xyiw75eiXmm+YA9YB8YvKTvwx9FYUdAv4zc/MBNafa9+Tj8TPRjzrzh53h9ZV/cp/fU5zidG3g9ZVvcJ/e05zmc3eSIiEWHcTlfRY5DkzV5N8nKlhTzXW2cqL28E6Xn3g9psn9pjPuTn/cvF9oU/cP/hncZYahTs+8HtNk/tMZ9yYDtna1DEYSni0wHJ4ityV8O2IZwRTepfngDgnbLxKpvn652V+un6rXlFrEr+8PrnZ/v9T6vVlglf3h9c7P9/qfV6sxqdXtzej4XvPS35ZaHcp/k5PfsV9brS3yodyn+Tk9+xX1utLfNvOoy7a2tXxOLp4RMByeHrClfENiFck00e/MBHsuybGfeD2myf2mM+5Pe5Prra366Pq9GW6BTs+8HtNk/tMZ9yM28HtNk/tMZ9yXGfhgclw6M9bGmoQGGI51hdM3JU75b62ve3YRNHHU8mNwNha7VxoCLjkeNj4ZL4d8uL2gLf8AWeTkaXAdcjNrXbGYG975q+p46Uwfmnphwa+89avegtEEl6hzaaczKQGPQOJPgmvvyNcP7ip/eGWjLrKzv4NcP72/i5TjOepPRarG+VViInBsnXe42P4tW99/wicinYO48P4pU7ap+aVYX2IiVWjtnGtRp51XMc1NQO2pUVP8Ujqu0Hq0cUrqqFKTApmzOGNEO19LZbtYHptfpk8yg8Zjq4dWDBlBDAq1+lSLEHs1k35y1M1nTmuN8+Psgdnn0qn72n0RKdvgL4yj2a/utLwu7SKAtKtiKSgWADq4AHADllcgdk0MbuVSqOKtevXqBeKk0VVlAOjcnTU267EXnSloiZmfm8utpWtWsR4TE+0orZ+yhjKbqxC0GXKXJsXZWB9L/RBXVuHQL6ka9fub4ZQSHLW6A5uewSUxGIBJymy6AKtgAq6KBbgOAtMBXtPy+rh08L+QThtPThCDcFDwRrdtQA/Be0z4PufUHJDB0t7Zzr4NJuub9LfCW6jx16r+MTJyCkjUjjxLE6EamMrhv7ubk0MJWFZHJYKRa5OjW8wluLAcZR8PXIqLfQZgeA6Df7JaMZhqrtdSoHbe69egGvjmolJhIBgeEqu+frnZX66fqteWTB4YU1tcnpJPSfslb3z9c7K/XT9VrzSLXK/vD652f7/U+r1ZYJX94fXOz/f6n1erManV7c3o+F7z0t+WWh3Kf5OT37FfW60t8qHcp/k5PfsV9brS3zbzqjuT662t+uj6vRlulR3J9dbW/XR9Xoy3QIrb+Pq0QhpIHLMQQb6AU3IOn6QW/Zea1HeIMwXJrmprmLZV9MV2N7jQjkyANbll110nSJ+ZZmYnPW7VvTZxNd/HLie9W8D4HaeKU01dXdaguSjc6kgJVhfpHV0Tzs3bqY7F0ctNk5KnXc3t7JVXSx148TadixuzUq98qNfQh0VwR2gyJ2PuZhcNWetTpqrNxCghRbWygkhRfWwtqBPTGpXDx7E5eNi7AvapWHaqH5383jn5vJuxhca6vVcXVcosxGl79DCTO2cTydM9baD7ZV2W+nULDgNP93nntbMu0QjcXuBhVtkHKeCq4t+8ZqjcSmBzqaH3Nd7/AAi5kvUpnt8Y+z/esxhATrfh29Q4eNdOwzGWsMWG7nuDZQWIUnipqOSP35bd2djUsHTNOi11LFuJOp8JJlbFIDMVJJ4DTTidReS27VQlnHSV6gOGXXymaiUwsbVVHEgfDPcil2YzHnsMvUt7t4b8B2DxyVE0hERAT8ZQRYz9iBrnBJ1eU+efnoFOrynzzZiBrHBU/a+U+eeDsykfY/vN55z3u+7Ur4bA0GoValJjiQpam7ISvJVDYkHhcDxTgn417QP/AFuL/tFb70mB9fps6kPYD4bn55tT41O8uOP/AFmK/b1fvQu3cY3HF4g/19T70o+ypVN8/XOyv10/Va8+Zl2jiT/z658NWp96ejiKzWvUqGxuLsxsesa6GB9g3lf3hYeidn6j1ep9Xqz5gLVj7KqfjOZ55CqeiofgaS0ZjDppamxbPymPeJj7vpDuVVFGzkuQPTsV0j8rrS2nEoOLr8oT5COEqe1fxNPB2ax/5bH4p80rm+kNzMbSXFbVvUQXxoIuyi49D0uGstJ2rhxxrUv2ieefI/oFulG06wdJ+HAn2vzQPrVtuYUccRQHhq0/PML7zYEccXhh4a1L70+UPQZHED4Svnn5yHavy088D62wG3cLXYrRxFGqwFytOojG3XYGSE+OkGUhldVYG4IqKGB6wQ1wZfd2e6xjcLZa9SniqfVUqKKoH6NUcfjA+EQPoWpSVuIvMXoNOryt55E7n71UNp0TVoZgFbI6ta6vYNa6kg6EagyegYPQidXlPnn42Cpn2ImxEYGr+DqXtB5Zlo4dE71QPAJliAiIgIiICJ5ZwOJA8M12xyA9J7QNIG1E0n2pSHfEjwq3mm4pvrA573cMByuApPYEUsXQcg6gqxNKxHhqCcZ2k2Hp4PDvTHpzGnyhHItmzU2JC0xYjnBZ9Kb07MOKwlaiLZnQ5b8M685CfjATlu7Pctr4QA8jSer01HqDTsQBTlHlklumN+769ShbN2LjK2oRkU8DUC0/3Q1/JJUbn4nS9e3YoY/DflF0nS13UxvVRH9axt/+c9NufjSPVKK/GY/+OTK48nPV3NNudia97cVOX4dWMx43dlU5ULVTQoENXHuGA9kaigaE+16OudKTczFdNWiPisfsEr1TZzs1INyB9EYuphiTRBsaC1DnOuoPJHTTvtTGfBdjMbWYxHn+inYzYFMcrarhl5yZc+NxByji2a3SbHTw6z1tHd+gr1AKmGW1NcofEYwsrEpdyAbWs+nEd7pqZ1Q7gs2bNWo86xa2FXXLw9nMzbiFr5sQDmXK1qCaqOg3Y6RvYxHGPr+jjlfYeGAf07CL6XTIN8c+UkKWfW981zxvxGg1mfaexsGrOA2GT+LqbchiXKElM1a9/wBLQX0uLjQzsDbiKb3xNU5rA8yjqF70Hm6gT3+IqG+bE4k3FjbkBcXJsfSuGpjeuI483E8VsvCgVefSX0ujquAqnITYhhc8X6u0Cb2N7nmGqOzh6iZjfKgRVF+hVy80dk6Nu7sEYivjqdStXtQxC01syAsvJU3Bc5NTdjwtJ8bkYfpeuf60/YIjKYrxcKr9zJPYYhh7qmD5QwmjiO5nXHeVqTe6Dr8wM+hvxJwnSKx/r632NPS7l4IewqHw165/xy7zo8Z9v3fM2J3BxycER/cOv+K0isVu7i6ff4eqO0ISPGLifWQ3QwX8z43qn52nsbqYL8np/CL/ADxvMV4/T91I/wDjxQK7NqEixOKfjx0SmJ1Ga2AwFKguWii01JJIUAC54k9ug8U2ZWSIiAiIgIiICae0q5TJl6XtbTXmsba+DyTckXt4c2nw9UHHh3j8dD80JLy1ZjxQeG3mMpmM3hr+jqlBSopqoIsvOBshOp90ZM4/IEOZ2QX76kyZh0+xQHolOqj/AIlW496OPHhT4y0jOfJy1bTFqRHjP2lYKjk6kkntl+o96vgHzTl+3drrhURjTNTOzDR8tsoU+1N++8kxL3VqgFhh10/7v+SYh2dYico/hYq/ky/tf9Ofn8K9X8nX9r/py5MusRKjuLvY+0DVzUwmS1rNmvf4olulCc1/5mA/pjF/QxU6VOaMefgP6ZxXlXFTE9qPV6Kdxfzr93S4iJt5yIiBUdyvXe1v1xfq1KW6VHcr13tb9cX6tSlugIiIGI4hbkXFwbEcOgHp7CJq4nFlQTzVUAksWGgHEnoE0MS/ptXRjzl4X/m07LSG3hxq8hXQCpc0XNyvMtlIIz8L9knXOGLWxWZ4ZSY26pF0rBweGTIw8drTNsbaj1auU2y5SeAvoR1eGULdQekL8b6bS37ujLVu2gyHU6DiJbRi0wtLbVYnitkTF6JT2y+MT99EJ7ZfGIaZImL0Qntl8YmRWB1GogfsREBI7bPCn0c//wAbyRkRvFUyiif++g+Urr9sdbNpxCIOBrdFYk9oUgjwZftlRxY/4nX9yv0ac6BOd1GJ2hiD128QIUfNNU6p8nHW7en5/wDMtbf71Kh7up9FJS5dN/vUqHu6n0UlLnN2kiIgdN7jA1xHxZ1Cck7l2LqUUrtToVK5LgEUygK2UG5zkS9fh/E/m/EfLw//ALJNuIeimhe9cxj3iOcrDOZv3+A/pnFfRxMtf4fxP5vxHy8P/wCyVevh6iNs3lUNNm2rWqZWKkgVKeIcXKkjgZM5tGHadOdPRttTG+a+MTx4S6TEROjxkRECo7leu9rfri/VqUt0qO5Xrva364v1alLdAREQK3tOsqVahbpcAaPc2pJwy6yF2xiOUo4gBxlFFzkPK5wcuhOduHHo6RrprYcRZqtYEA2ddD71TMi94aaJhcQQAPSmGgA4iw8piO05and29VX3W9QTwH6RlT3ixdUYquBUqACq9gKjgAZjoBfSWzdj1BPB9plN3j9d4j31/pGW/aldPu6+Ucmn6LqfzlT5b+efhxNT27/LbzzFEw09vWax5zcPbGfRG7nrWj72vzT5zfgfAZ9G7vetqPva/NLCwkYiJVRu1K1YVKK0QLMxzlgSAi5Sdeg2vbttIXHYt6mGoNU0c4mjmXKVyMWF0176x0v0y2TW2hgKVdMlVA63BsehlN1ZTxVgdQRqIrutldSYtp7GPX3/AJ6I2c35QLi6zMbAG379hYcSSTaw4kgTpK7uIuiVsSoHC9Zqnlq5yfhkeN2cNhXOI59SrrlNQqQrNxZVVQM1r62uATa1zNVtFa2ifF59TTta9LR1RM59sI8br08VTX0UQlmLImYhlBAHphVgMxsNOjtmji9wMIo5nPN+HKONOu+eSLC9tD18AOOp+yYnom3Dh4Pm8PkE47T0YRA3FpDUolurl3DfDzpuYTcDBsLuQhvw5Vz8N88zinrqD/u/l4+MTKKIBuCbj9HS9hLlcMtDcOgEyUcViqPOLH0LXNMsbBeeecSBbhD7hqOO09rDw40/dm1u/VYVhfpBHQOs9A7JMNs12bnPzenLfMezs8PzSxKK+O5+Pzntf+2t92ZcHuDTp1qNZ8ZtCuaL50XEYjlEz5WW+Ur1MeFpbUUAADgBYeAT1NIREQERECoYvcJHr1qyY3H0DWfO60K4RM2VVuBk6lHEmePxBP5z2t/ah9yXKIFN/EE/nPa39qH3Jj/EcfnTavG3rscervOMuxkDh9gcmyMpUkO7NmBIOc6FR7FlAAB7T1yTM+DdK1nO1OEXsXZ5w1TEUuWrV7Gm2fEPnqHMnAtYaCwtG9XrWp2gDy3+ybeMSrSxVZzRqPTqLTyvTAexRSGDIDn6RawIkTvHiuVw7qlPEFrjQ4bEg8ei9PWdIxOpHo8eptRoX49L7oPdkWoJ7kfbK1t7Y+IfE1mWk7K1RirAXBBNwQeqXPd/ZLilTfE0yqXAFFwQz29lVXiKd/YcW6dNDaG25r6kD2kDt149kxeY2pdtOOhGeEOKnYmJHGjUHhEDYeJ/maninWa+JpOxZqR17QBp4D1TCK1PvloFbfpi1xr0kzGW9lyt9hYqx9IqcOqfQWx0y0KQ6kX5pDUtui1zSRdeF/MDJehtANSDkWubWv0367SxJjDeiaGFx5d8oHDviPY6cCeub80EREBPL0w3EXnqIGD0InV5T549CJ1eU+eZ4gYDg6Z4qPFPH4Ope0E2ogYaWGRdVVQesAX8czREBEhq9eujkqHdeUtlKgDk+TBupCXvyjBRc8AT0GePw1V5JH5Bg7sVFM581hTL3ICkjnDLc6ag3gTkSBO2azcpbDuts+TMtS75UDLYBbA625xGosL9H6+1MRmVBQYapdirEC9YI/AW0XXq1vwFyE7EiauNrGstNUITlAGfK3eBGfiVy84gLcE26bEiamI21XVmy0HYXygBKmmViGYkqL81kItcGzAEwLDEjdl42o7OlSmVCBOeQQHY5g+UEcAVv4GE0qe1cQoXNRZrm5IV72ORrABLCy1LanU0mHGBPxIhMdiCj3pBHGULbOwzNUamSeaNBlzX6iDPGF2nXNRUag1mY8+zABCA635uhANjfpW3GBNRIKrtqsHKjDVGGZucA9sqlQOK8SCT1c22vGKm2a6kA4Zzq4YrmIuhHA5dQVYEHpKsO2Bk2pgKlR7g6AaWA+0zS/Az9viH3pY6JYqMwAa2oBuAekA9M9zOzC5Vhtg1D0/R8/g8U8psSqB16fo9Vr8eMtMRswZVWpsSq1rjh2qPtkzsvAZKeSpZtTpxFtOPbeSMSxBl4p0wosoAHUBYT3ESoREQEREBERAitq7LqVmBTE1qIAsRTFMg68TmU6zS/F7EfnDFfJofcliiZmkT/btX4i9YxGPw1nnCu/i9iPzhivk0PuTc2VsqrRYs+JrVgVtlqCmADcG4yqDfzyWiIpEf2W+IvaMTj8NY5Qi8P6JFVs1imV8outs2e6a8e90Olha+t9NOgmOJXMRwALWp3sagzmwJs2TUDUaa3J0zVcBiSbrUA57HVnIIzhlutrWygpl4c7NqRMdXZWJy2WubiwF2bVQ5LBj0FlNsw1Fha004sgTFiiLG9UuS1yhAGVguXoy5ghOl7Fra2mNhi+UQk8Sw0AKhXVSSbCwyFTYniTb2UPsnEEC9W7Lcq2dwScrICVAyrzWYaA62bjpP0bIrMKmepmJotTU53uOUVQ3RzbFRzhcm9zA2BTxAqkgnI1S+uQgIFRbe2scpIt7JjfQa6tShjFzFGJJJ0YoeaazscvQCEcBb6czUGbP4PqlXDPe9WmyjM2i06oc69F1AXKNObx1JmPAbLr06iE1iaajVbnVspDXuNQWIbjplsNCYH5tCnizkCEaKpYrlAZwHz6E345CBw74GYmp40ka8BfTkwC3IuLHpINQqTwtYWuLmflbY+JbN6fxAIuSctRSjghSLC1RCR2ORbQT0+y8XlsK9rkdLXUFecA3srMFtfiM1+MDxiqeOIyqbXDc4Gndc1MWAuOIe4B6eJNhY5nXGZnAIC87KbpwurJa4POsHU30F0IHGel2fXQ1KmfO/JuKYzNYO4QsLHS2ZBbqHhM8rszE9NYgaezcnLnuafAX09nx6AAIHvHjGZhyZTJZcx5ubXV8gbS4yWF9Dyv6OvilRxmZXZhYKQUuLG4S1rC18yXJIOjkKBJTAYfk6VNPaoq8Se9AHE6nwzYgV1KePABvdiUBuaQXIrMS2UXsWDa2J7xRfUkZKVHGrlXNcZUBZshN8mV2brbMFYAaavfok9EDDgw+ReU7/ACjNw762vDSZoiAiIgIiICIiAiIgIiICIiAiIgIiICIiAiIgIiICIiAiIgIiICIiAiIgIiIH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2" name="AutoShape 18" descr="data:image/jpeg;base64,/9j/4AAQSkZJRgABAQAAAQABAAD/2wCEAAkGBxQSEBQUEBQVFRQUFRUQFBQUFBQUFBQUFREWFhUWFBQYHCggGBolHBQVITEhJSksLi4uFyAzODMsNygtMisBCgoKDg0OGhAQGiwkHSQsLCwsLCwsLCwsLCwsLCwsLCssLCwsLCwsLCwsLCwsLCwsLCwsLCwsLCwsLCwsLCwsLP/AABEIALYBFAMBIgACEQEDEQH/xAAcAAEAAQUBAQAAAAAAAAAAAAAAAQIDBQYHBAj/xABAEAACAQIDBQYDBQcDAwUAAAABAgMAEQQSIQUGEzFRByJBYZGhMnGBFCNCUrEzYnKSosHRwuHwgqOyFiRDY3P/xAAYAQEBAQEBAAAAAAAAAAAAAAAAAQIDBP/EACkRAQEAAgEDAwMEAwEAAAAAAAABAhESAyExMkFxE1HRFJGxwQRhoSL/2gAMAwEAAhEDEQA/AO40pSgUpSgUpSgUpSgUpSgUpSgUpSgUpSgUpVrEYhIxeRlQdWYKPU0F2la7jt+MDF8WIRj0jzSe6Aitex3axh1/YwyuerFYx/c+1amNqbjodK45ju1XFN+yjijHmGkYfUkD2rXcdvljZfjxMgHRCIx/QBWp06nJ3/E4tIxeR0QdXYKPU1gcdv3gIueIVj0jDSe6i3vXA5ZSxuxLHqxJPqaovWp0k5OvY7tZgX9jBI/m7LGPbMa13HdquLe/CSKIfwl2H1Y29q0K9DW5hinKs5jt78bN8eJl+SNwx6JYVuHZNvQRKcLOxIkJeJmJJD2uyXPUC48wetcyq5BMUZWQlWUhlI5hgbgjzuKXGWaTb6hpWD3O2+uNwiS6Bx3JVH4ZANfodCPI1nK81mnUpSlApSlApSlApSlApSlApSlApSqJZVUXdgo6sQB6mgrpWAx2+mBi+LExk9IyZT/QDWvY7tWwy3EUUsh6nLGp+pJPtWpjam46BSuP47tXxDfsYYox+9mkPr3R7Vr2O33x0vxYh1HSO0fugB961OnU5O+zTqgu7Ko6sQB6msHjt9sDF8WIRj0jvL/4AiuAz4hnN5GZz1Zix9TVu9anSTk7Dju1fDL+xilkPVssan63J9q1/Hdq2Jb9lFFGOpzSN63A9q59eorU6cTlWw47fTHS/FiZAOkdox/QAawc07ObuxY9WJY+pq1StSSIm9ReopVE3qKUohUUpQKUqKCailKK2zs53k+x4sBzaGa0cnRTfuP9CdfImu9V8sg12/ss3k+04bgyG8sAC683i5I3mR8J+QPjXLqY+7WN9m70pSuLZSlKBSlKBSudb97+z4PEmCGOPRVfO+Zicw8FBHStEx2/uPl54hlHSMLH7gZvetzp2s3KO/SSBRdiAOpIA9TWEx2+OBh+PExk9EPEPol6+fsVjJJDeV3c9XZnPqTVm9bnSTk7Nju1bCr+yjlkPWyovqTf2rXsd2s4hv2MMUfmxaQ+2Ue1c6vS9anTxTlWyY7fnHS/FiGUdIwsfuoB96wOIxLyG8js56uxY+pqzStSSJtN6XqKVRN6i9KURN6VFKCailKBSlKBUE1NRQTUUpQKil6UClRSgUpSilZTdrbL4PExzprlNmX86H4l+o9wD4Vi6UH1BgsWksaSRnMjqHU9QRcVfrlXY9vJqcHKed5IL9ebxj3Yf9VdVrzZTV06S7KUpWVKUpQcX7ZYrY9G/Nh09RJIP0tWg10ztuitLhW6pKv8rIf9Vcyr04elzvlNKilaRNTVNTQTSoqaIVNRSgmlKUClKUClKUClVxRFjZQWJ5AAkn5AVfxuzZYQpmikjz3K8RGTNa17Bh5j1ory1FbJudum2PMtpFiSIKWZlLfFmtYXH5T414t5N3psFMY5hoblHHwSL1U9eVxzHpebm9GmItQ11zdDZWFl2fDNFBhc6useJbEq0gsptIVue6xurDwGblWr9p2w+Dii8GGaKAqozKo4TPrcrluE0yixtqDpWZnu6XTSaWqaVtlFKUoFK9eF2ZLKFMcbMGOUMB3c1wLZuQN2UW6kda9mA2GWnEUz8NmjEyZU4xfMAwACHTuliSTpkIpuKxFRW3Yfc8KCZ5RcEoY1BLo141LEg2OXiO1vER6XucvoiwWEjOmTMwa8bffsAUSyrqB3HDMDkYsAoJF2Fccv8jp49tu2P+P1MpuY3X39v3afhMS0UiSRnK6MHUjwYG4r6N3Y20uMwsc6aZhZ1/JINHX15dQQfGvnzbeHCylo1yxucyjUAGwLKAdQBm0B1sRzraOyreT7NiuDIbRYghdeSy8kb6/CfmvSrdZ48oxq45aruFKUri0UpSg5p23Q/c4Z+kkifzID/orkddq7Zor4BD+SdD9DHIv6kVxWvR0/S55eSlKVtkqailFTU1FKImpqK36Ds0eXCRTwTozyosixsuQEMmbKHubsNfDw8KlsnldNCqQLmw5nkPGt+l3OVdjyyvC6YuFznzM3wrIL5VvlI4bA3F+XOs32VSh8BOi3WWNyc8axmXKyhltnBBNw4F6zc+24unMMFs2WWYQxoTKxICGym4UsfitbQE61n8fuJiIIGlxLwRAKSqPKM7sFJyIALFjbleqN/cHJFi+IyzJxVDgztEZWKgIxPCNhyGmlZHFbfgm2GmHlf/3MLjhrlY3CvocwFh927DU+FLb20PJuJusmM40s7MsMAzME+NzYtYdBZffSs9svd7C47DscLg+ETdYpXxjXOU2LOneItpplN+o51p27O80+BkZoCpDgB0cEo1r2vYggi51B8aykm/ki5/suHw2GeQWeSKL7w36MdB6VMplsmnq7PMUcHtYwORZ2kwjkHu51bukf9S2H8VZXtP2X3GfQcN8waXGPJJIr2BWLDtcKASDoRonI1zQyG+a5zXzXub3ve9+vnVJPj4mrx77N9tN43Q3mw+D2fiEkHEmmYgRFWysnDVQHfkBq9Wtpb/nEYZoMRhYWXThFWdOFZbAi9ySOtx4g6VrmwcCs86xuxXMHsR4sqFlW/hci17HmNKzmE3aw7tfiylGLgEpwrBXTViwY6ozMO6ASltPDOdwx75VrDDPPtjN/DC7O29PBDLDDJljm0kXKrZgVKn4gbXBsbdBXmnxkxVY3klKADLGzvlC81yqTa3StwY4FGjeURXUFWiVUKHujVlsWJzLzLE2Y6g15dp7ywPE8WVnVstyAFJyBVW7aX7saDlzzHxrH18b6Zb8T+/Dp+nynqsnzf68/8Yf/ANNTLiIoZgImmNkJIYXuVt3Sdcwy/Mjw1r2wbolzpPGUDBGZQzZCeGLPbuhg0qgjN+FzchTVjG70M4UcOPuHMpYZmDBVXNcAXayKLn8orHz7Zme95CL/AJbL+mtXl1b4x1838b/k4dKect/E/Ov4ZzB7JjikVyLxPCReYR54ZtAWaJu6RcGw10bxIr1pjsBC1jaRRdb5FeQpYnLcAKuryi4sbcPll10s3bUm/mT/AJqLDxPoP82p9PO+rL9p+dp9Tpz04/vfxpucu+auVTJlXVDIbllDIyFrXJOjsNDe1udhVrG7x4f8JlkYFypyoiAsxZiAbsLtqbfm6itRzDpf5n/FRxT4WHyH96fp8Pfv81f1Oc9Pb4mv++WzYfeFAinLNxIycusRVsztcvIVvfI5QACwKqw1rFYvaYLSFEVVY5hGXaTKShWSx8c92J8NfIVjC3WqTXT6WOtacrnlbu1Xi9pTSaEDLe/eIHK9uQJPxNzPiatIDbU6/u6f71NK1jjMZqJbb5d/7Od5/tuF+8I48Vkk8MwPwPbzAIPmDW2V84bnbfbBYtJhcp8Eqj8UZPe06jQjzFfRcEyuquhDKwDKw5FSLgj6Vwzx1WsauUpSsNNO7VY82zJv3Wib/vKP71wk19Cb/R5tnYof/Uzfyd7/AE189126XhjLyClKV1YKUpRU0pSiJFbfJvch2VHhMsgnicOkoICrllLKQQc18rFeQrT6XqWbVtp7QsY2GbDyGORXVoy7oTJkZSpFwQDoeZBNa9gtpSwhhDLJHnsG4bsma17XIPmfWvHelNQ2uSyljdiWJ5kkkn6mqKUqoUqVQnkKqydSB9b+woKKrjkt4KfMi9vodPaqH8tfYVCk+Nvl/vUvdZdPQmNkBBViLcstlHoNKiaaR/jZm/iJt71azn5fLT9KpJqcMd701eplZrd0qy9SP1pp5n2qilaYV5+gH6/rVpkB56/PUelVUoFRU1FAqKVF6oUNRelFKilSVsLnQdToPU0Cuudju82ZDg5T3kBeAnxTmyfTmPInpXHTiU/Nf+EFvcae9ejZm05Ipo5IFYOjqyFmC6g6AgXuDyt43rGclmlj6ppSleZ0YreOHPhZ0/NDKvrGwr5sBr6hxKXBHUW9a+YHTKSp8CVP00rr0vdjNFKUrswUoBVfBPjp8yB+tFUUq5lHi3oCf9qXXoT8zagooBVfF6AD6X/WqXckWJuOnh6URTmF7XF+lxf0q7lHX0H+atKtuVTQV5h09T/YU4h8LD5D+9UUoKixPM3+dU0pQKUpQKipqKBSlKBUVUUIFzoOp0HqastiYx+MHyQF/wBNPemxcqKsNjR+FGP8TBR6C5r0YGCWYMVaOMLbkjuxv+XRibfLxFTlF0BSeQP0qh2VfiZV+bC/oNa9y7IQX+1Syd3mskiQrz1ADEn+nwNebAbDeSYJDE8i6sGRcoaNWAZkZ7DxHPqKzc4uliKTOQI1kkJ5BEOvrr7VfiwkreEUQ6zyWPh+HQ/iHhWdxMRiwxSR48MqhwBPi/vbq5LZIIhZsxva5OhFaMu2ogy3SQrcZjdVOW/esLHW17a1j6q8Wwz7FlyZ0lMigMzmNDFGoUA6OwGe/l71iBh1vci56nU+prZtgYjDYnLHBh0fhLx5WxEryPwksJGyiyA2bkBa5GmleHdhE4qmRluCqqrozhiysM2Uc7Nl0P5r+FMc97GOSO+gF/lWV3ZwhfH4aMjnPECNDpxFJ5eV62aWJ0RUEJAYmMI7RYdJQQb2ubm4FuYJBNvLw9m2GzbYhGXLkaVyv5csb2B+RsKux9CUpSuLa1NXzXvDHw8ZiEIIKzSi1jy4jEexB+tfSk1cF7TIcu05/wB4Rv6woP1Brp0vLObT2mb8MZ+bMqj2ufarkBcG7ZfIAE2+p5+lV1Nd9MKjK3U/TQegqmlKIUpSgmlKUClKUClBVTIQLmwHViFHqagppVpsXGPxg+SAv7jT3q22O07sbHwu7BR6C/602r01KqTyBNeFsVIeRRP4VufVr1YlNxeR2YfvMbenKpyNMk7qDZmUE6AXBY/JRrVv7Sv4VkfQnuoQLDmbtbQdbV6t24Hz5YcO0jOVylQy6Ld2USAgDMB1v3fmD69q7QnwSsMQFiaRsoIyNMMpEl1MZuBeQ94km9xesXqyNTBYGz5+HnMaxXcRjjFr6rmLNfKqjkNTqTYcjXmxeFcEAYgMCgduHlRVJNsoZbkkXF9a8+zdt4V2b7U+IsLZOHw7sTfNcvfILBfEk1uWx9nxYjC4mTD4NJFF8ss83F0t31FsuUqO8La3POueXVq6kaUMFHfVs7dFBdvC+p/5pXswuzuLII4wA1ixzyxLYAC5Iv3QPXWsZvDvZPiI+EhVMObHhpHFEpKnQiwvb6+Faxa3Ig/K/XzrPLJZp0zCbtxhn+0YqJVRDL9xmnJVQxcZrBVICjre/lXh2jt3D4bD8KP7RLIQSM0ixRK5Au/CS5YXHJjrato7CznixDyEMyuiLcXZFyk6Hob/ANNczxuz5pcVMII3f72S2VMz24jFSQoLeNZ5W3Vpr3WYN4sQjrJGwUqcwyomW/Urazc/G9dK7NMdNtKaRsTJMVhUHR7IzOCtitso0udOladh+z7GMM04WBeeaeRIx9czZh/LW47jTYbZPGMmKWZpQn3cCu6qULa8QhVN83lyqWb8L8ueb2nJi54btkimkjRbroqyELdtcxygfU+VYYqTay2vy5666V0PF4vAcV5Ewjyu7vIWnlyi7MWP3cIAI18Saql3naIgYMQwgqC3Bw6RtmI7wuczG3K99a3ManaeFvcDZssGE2lLLC8ebCGOOR0Zb5gwIQka65SbdBUbK2jHHHlbio3EDl4st3Sy2RiSCLEMRY2JbXkKsOcVij3uNKeYzliB8sx0rLbO3FxctrplHnc1vGSeUvd5cXtmO4MEVnDZ+LKzSPm/MFYkBvMkjy5Gtu7Gdnu2LkxDK2RY2QOb2aR2XQE8zYNf5+dZHYXZoVsZCL8+Qrpmz8FkQAm9gB6UuRI9i0qqlYaW5eVcS7XorbQU/mgQ+jyD+wrt8nKuPdtEVp8O3WN1/lcH/XWun6mcvDnVKipFelzKVUyWF2so6sQv61YbFxj8d/4AW9+XvRV6lWftLFSyQuyjm7aKPnlBt61RFJPJfhgC3Phx5iPmxvblU2aetUJ5AmqJJFX4nRfLMCfQXNebEYF//mfw5PJzst7BQfpy56Vcw2GgFzdnUHnGqqnJSbu2inVh9L1m5xdIbHJ+EO/yXKPVv8VR9sc/BGo8dSzm3yFhXs2cI3kZEOGQgcS+Im7qouUG7C6kkm9ufOs7hMBCWaObFlhlYpHhIsubJEWkXO62Y5Y/rXO9WReLXDhcQwuzMi6a92JdbW5a+IphNnRcS0rZ9D+zzSEHMAL9bjMRY8wL2q5tnamGw8fDSBpJ8hjMk0rZkbLYNwB3QQdbHpWpttHEFlYyOCpV11sFIN1IHIaj2rP1LVkjoeB2PITHw8I4uqqWmXhxiRGD5iXBIUhWBtzzW00q5tPC2VkxmJw8KRMukSyYlzZLG+WxBuzA3tc3Na5upteTF42CDFs0qSPkYs7Z7FSdHzaa9PkKz3bbs1IJoHi7qTCQugJGaQPmZz8+IPSsXPLejTS8ZtpFdhCgZQxCu+a7KD3WyiwFxrY3+tZXZe+4ijKrBCjMoDyCMSSORGEY985VDWvlAtcnrWqwxO7ZY47t+VVLMdemprP4DcbHvZ+CY1555isQGt7kSEH2pf8AbWnT94sDKmCxB4zNJh4knOQZY5Q0aqcyC2iiJjpbmetcQxEwdizEknU2AA5f5/Su47Y27hmSaOacEzYWPDyND95aQcXPly6fjrRIoNmQ/Bh58Qw8ZpREv8sQvb51nCX7Fk3tohW/IfX/AHrvPY9Ew2VIjRlTxZfjvaTNGhDAHTLrl007p860+feTgOy4OPCwjweKEZzp+aS5PT6Vj8TtbFYg9+SeW/hdsv8ALoK3cLfJt54twGS32vEYeDS5VpVeQeWRM1/WvcdhbOw5AmfEztYHKkQhQgi4vxbtY35imC3WxUvwxWH73+BWyYLszxEhvNIR+vqdavGfdNsZgN7lwisuAwyQh7ZmkkeVjlvbmQBzOg01rwYjezFyd0TMoP4YQIx/2wD6mukbN7KoVsZLsfPWtr2fuZh4vhjX0p/5nsbrg42bisSwYQsTZVuRa9ha5OpJPMms3s/s6xUnxWQfK5967xh9lovJQPpXrXDgVeVTTkezuydNDMzN5X09K2rZu4GGitaMfUVuwQVNqm10xeE2LGnwoB9BXvTDgeFXqVFUhaqpSgUpSgpflXLO26K0OHlylgrvEbW0zqGFyeQ+7NdUblWt76bI+14GeEC7FM8f/wCid5PUi31pjdVL4fPOScqWWHKoUSZnzHuFguYXsCLsNRfnXtfYcwleLET8NliaYLGNHCqzFVK2F7L18fGvO225+EIuIwjEZhyeBQkmzA+Otr87aV4p53cjiMzECwzMWsByAvyFd91jT3HZeFGG4nFzTZVbKTfv5iGjKWzCwsc+axvWY2fGr4kybPwUkqLHkEcgVUWRhfMWkPfGW/nWqVs+2opZtkDFRyO5iywTQszGNVRcvEC35kcNj/ETXPO2LIxm0tvvhkkwzBYkk+9MIHFaMSIpKFiRlsVGnMEa149j7UwOX7/7SWJP3avGkNgO6We2a5uRpyvWoAjmbnqBYdfHXyoFJtZf11086xbb7tadg2XgBLguLhMHh7RsGEshWaR1jDMxV9CXDoosRY5vnXPN4t58RjbLJKTErZlQiNFU5SLhUA8L9eddN7GWlXCyxSxSIquJUd0ZVcOLMAW0Nsg5fmrTtpbjKMRM02LwsKGR2VQxkkyFyV+6QaaW0vXOeV00XQePnoPLzro/YltIjGyRu5OeE5AbnVGB0Ph3c1eaHYezYkLk4jFBSEOURwRliCRoxMgGh1q9h94Y8OQ2DweHhZb5ZHzTyi4INpHOmhI+tbuNs8G4t9pe78zbVk+yxSvxFSQlEZhmIsdVGmq+NYmLcDFAXxDQ4YdcRMiH6Bcx+lqyeL3nxk+jTym/4Y+4PRAAfrVOz9lYt83Djb7wZXLAd4E31uD0GtWY33qWo2fsLA4aRJJMY8zxusgXDQkDMrBh95IbEXHgK2HePfWHFFL4KOTh5shnYuBmte8a2B+EcyatYDs5xUnxkKPIf5rZtndlCacVi3zNXjibaTFvlODlXLHHYjh4VUg5iw7yqW0Ov0rGfZ8TiDcrLKerlm92N67ps3cHDR2tGPStgwuxI0+FQPpV3J4Tu4JgNxMXJzUIPPU1suz+yljbjSE+Q0/SuzR4QDwq6IhU3TTnmzOzTDR80ufOtmwe7MMfwoo+lbAFqai6eKLZ6jkBXoWACrtKKpCCqqUoFKUoFKUoFKVbdqCssOtSDXnzGpa45+3/ADWptrS/SrYlHjSqmlZrzOK9VWZFqVHzl2g7I+zbQmQCyOeOn8MlyQPk2YfStZc2rtfa3u4+IjilgQvJESjKouxjYXuB42I5fvGuStBNh2N1ZGIK2Kgmx5ixBtXbG7jDwRxMQSFJUcyAbD5kcvrWx7rbWhSDF4fFMwixEdgUXMwfVSQOV7EHX8lYzgYqfwlcdGJy/QchzrK4HcTFycwFHy/zUy1ZqrOzHRR7Nh/Z4abEMPxTzCNf5IhqPImvQ29RjA+yR4fDkg5uFAgcG5t32zFtLa6VteA7Kyf2rE+V9K2jZvZzh47dwH51jWJtx3EY/FYk95p5b+BLZf5Tp7V6sFuni5PhjyjzrvmD3aiTkg9KykOz1HICry+w4js/swmexke3yFq2fZvZbAti4zHz1rqC4cCrgjFTZpqmz9zoI/hjX0rNQbKReSj0rJgVNRdPOmFAq6sQFV0oqAKmlKBSlKBSlKBSlKBSlKBSlKBSlKClzVMJqZB/z2qzA2vtpUak7KuGb1VONKpnJ8KK2mvyod/KhHHiKUVR40ot09VKUqsLbwg86wmL3YgdszKCfOlKD0YbY0SfCqj6V7FwoFKURdWEVWI6UoKgKmlKKUpSgUpSgUpSgUpSgUpSgUpSgUpSgUpSgUpSgUpSg8m1MIZoWjVyha1mHMEMD9QbWI6E1gsJu46jvyhWLMbQplj1K/hJNz3Rr5nqbqU99tzK8bh7LjbDPjPJp8uhH15n26CqRu6bPbESgyEm/dJQkW7lxZQPAcvGppV55fdjhj9mbwGD4SZSxfUm7Wvr4UpSoP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4" name="AutoShape 20" descr="data:image/jpeg;base64,/9j/4AAQSkZJRgABAQAAAQABAAD/2wCEAAkGBxQSEBQUEBQVFRQUFRUQFBQUFBQUFBQUFREWFhUWFBQYHCggGBolHBQVITEhJSksLi4uFyAzODMsNygtMisBCgoKDg0OGhAQGiwkHSQsLCwsLCwsLCwsLCwsLCwsLCssLCwsLCwsLCwsLCwsLCwsLCwsLCwsLCwsLCwsLCwsLP/AABEIALYBFAMBIgACEQEDEQH/xAAcAAEAAQUBAQAAAAAAAAAAAAAAAQIDBQYHBAj/xABAEAACAQIDBQYDBQcDAwUAAAABAgMAEQQSIQUGEzFRByJBYZGhMnGBFCNCUrEzYnKSosHRwuHwgqOyFiRDY3P/xAAYAQEBAQEBAAAAAAAAAAAAAAAAAQIDBP/EACkRAQEAAgEDAwMEAwEAAAAAAAABAhESAyExMkFxE1HRFJGxwQRhoSL/2gAMAwEAAhEDEQA/AO40pSgUpSgUpSgUpSgUpSgUpSgUpSgUpSgUpVrEYhIxeRlQdWYKPU0F2la7jt+MDF8WIRj0jzSe6Aitex3axh1/YwyuerFYx/c+1amNqbjodK45ju1XFN+yjijHmGkYfUkD2rXcdvljZfjxMgHRCIx/QBWp06nJ3/E4tIxeR0QdXYKPU1gcdv3gIueIVj0jDSe6i3vXA5ZSxuxLHqxJPqaovWp0k5OvY7tZgX9jBI/m7LGPbMa13HdquLe/CSKIfwl2H1Y29q0K9DW5hinKs5jt78bN8eJl+SNwx6JYVuHZNvQRKcLOxIkJeJmJJD2uyXPUC48wetcyq5BMUZWQlWUhlI5hgbgjzuKXGWaTb6hpWD3O2+uNwiS6Bx3JVH4ZANfodCPI1nK81mnUpSlApSlApSlApSlApSlApSlApSqJZVUXdgo6sQB6mgrpWAx2+mBi+LExk9IyZT/QDWvY7tWwy3EUUsh6nLGp+pJPtWpjam46BSuP47tXxDfsYYox+9mkPr3R7Vr2O33x0vxYh1HSO0fugB961OnU5O+zTqgu7Ko6sQB6msHjt9sDF8WIRj0jvL/4AiuAz4hnN5GZz1Zix9TVu9anSTk7Dju1fDL+xilkPVssan63J9q1/Hdq2Jb9lFFGOpzSN63A9q59eorU6cTlWw47fTHS/FiZAOkdox/QAawc07ObuxY9WJY+pq1StSSIm9ReopVE3qKUohUUpQKUqKCailKK2zs53k+x4sBzaGa0cnRTfuP9CdfImu9V8sg12/ss3k+04bgyG8sAC683i5I3mR8J+QPjXLqY+7WN9m70pSuLZSlKBSlKBSudb97+z4PEmCGOPRVfO+Zicw8FBHStEx2/uPl54hlHSMLH7gZvetzp2s3KO/SSBRdiAOpIA9TWEx2+OBh+PExk9EPEPol6+fsVjJJDeV3c9XZnPqTVm9bnSTk7Nju1bCr+yjlkPWyovqTf2rXsd2s4hv2MMUfmxaQ+2Ue1c6vS9anTxTlWyY7fnHS/FiGUdIwsfuoB96wOIxLyG8js56uxY+pqzStSSJtN6XqKVRN6i9KURN6VFKCailKBSlKBUE1NRQTUUpQKil6UClRSgUpSilZTdrbL4PExzprlNmX86H4l+o9wD4Vi6UH1BgsWksaSRnMjqHU9QRcVfrlXY9vJqcHKed5IL9ebxj3Yf9VdVrzZTV06S7KUpWVKUpQcX7ZYrY9G/Nh09RJIP0tWg10ztuitLhW6pKv8rIf9Vcyr04elzvlNKilaRNTVNTQTSoqaIVNRSgmlKUClKUClKUClVxRFjZQWJ5AAkn5AVfxuzZYQpmikjz3K8RGTNa17Bh5j1ory1FbJudum2PMtpFiSIKWZlLfFmtYXH5T414t5N3psFMY5hoblHHwSL1U9eVxzHpebm9GmItQ11zdDZWFl2fDNFBhc6useJbEq0gsptIVue6xurDwGblWr9p2w+Dii8GGaKAqozKo4TPrcrluE0yixtqDpWZnu6XTSaWqaVtlFKUoFK9eF2ZLKFMcbMGOUMB3c1wLZuQN2UW6kda9mA2GWnEUz8NmjEyZU4xfMAwACHTuliSTpkIpuKxFRW3Yfc8KCZ5RcEoY1BLo141LEg2OXiO1vER6XucvoiwWEjOmTMwa8bffsAUSyrqB3HDMDkYsAoJF2Fccv8jp49tu2P+P1MpuY3X39v3afhMS0UiSRnK6MHUjwYG4r6N3Y20uMwsc6aZhZ1/JINHX15dQQfGvnzbeHCylo1yxucyjUAGwLKAdQBm0B1sRzraOyreT7NiuDIbRYghdeSy8kb6/CfmvSrdZ48oxq45aruFKUri0UpSg5p23Q/c4Z+kkifzID/orkddq7Zor4BD+SdD9DHIv6kVxWvR0/S55eSlKVtkqailFTU1FKImpqK36Ds0eXCRTwTozyosixsuQEMmbKHubsNfDw8KlsnldNCqQLmw5nkPGt+l3OVdjyyvC6YuFznzM3wrIL5VvlI4bA3F+XOs32VSh8BOi3WWNyc8axmXKyhltnBBNw4F6zc+24unMMFs2WWYQxoTKxICGym4UsfitbQE61n8fuJiIIGlxLwRAKSqPKM7sFJyIALFjbleqN/cHJFi+IyzJxVDgztEZWKgIxPCNhyGmlZHFbfgm2GmHlf/3MLjhrlY3CvocwFh927DU+FLb20PJuJusmM40s7MsMAzME+NzYtYdBZffSs9svd7C47DscLg+ETdYpXxjXOU2LOneItpplN+o51p27O80+BkZoCpDgB0cEo1r2vYggi51B8aykm/ki5/suHw2GeQWeSKL7w36MdB6VMplsmnq7PMUcHtYwORZ2kwjkHu51bukf9S2H8VZXtP2X3GfQcN8waXGPJJIr2BWLDtcKASDoRonI1zQyG+a5zXzXub3ve9+vnVJPj4mrx77N9tN43Q3mw+D2fiEkHEmmYgRFWysnDVQHfkBq9Wtpb/nEYZoMRhYWXThFWdOFZbAi9ySOtx4g6VrmwcCs86xuxXMHsR4sqFlW/hci17HmNKzmE3aw7tfiylGLgEpwrBXTViwY6ozMO6ASltPDOdwx75VrDDPPtjN/DC7O29PBDLDDJljm0kXKrZgVKn4gbXBsbdBXmnxkxVY3klKADLGzvlC81yqTa3StwY4FGjeURXUFWiVUKHujVlsWJzLzLE2Y6g15dp7ywPE8WVnVstyAFJyBVW7aX7saDlzzHxrH18b6Zb8T+/Dp+nynqsnzf68/8Yf/ANNTLiIoZgImmNkJIYXuVt3Sdcwy/Mjw1r2wbolzpPGUDBGZQzZCeGLPbuhg0qgjN+FzchTVjG70M4UcOPuHMpYZmDBVXNcAXayKLn8orHz7Zme95CL/AJbL+mtXl1b4x1838b/k4dKect/E/Ov4ZzB7JjikVyLxPCReYR54ZtAWaJu6RcGw10bxIr1pjsBC1jaRRdb5FeQpYnLcAKuryi4sbcPll10s3bUm/mT/AJqLDxPoP82p9PO+rL9p+dp9Tpz04/vfxpucu+auVTJlXVDIbllDIyFrXJOjsNDe1udhVrG7x4f8JlkYFypyoiAsxZiAbsLtqbfm6itRzDpf5n/FRxT4WHyH96fp8Pfv81f1Oc9Pb4mv++WzYfeFAinLNxIycusRVsztcvIVvfI5QACwKqw1rFYvaYLSFEVVY5hGXaTKShWSx8c92J8NfIVjC3WqTXT6WOtacrnlbu1Xi9pTSaEDLe/eIHK9uQJPxNzPiatIDbU6/u6f71NK1jjMZqJbb5d/7Od5/tuF+8I48Vkk8MwPwPbzAIPmDW2V84bnbfbBYtJhcp8Eqj8UZPe06jQjzFfRcEyuquhDKwDKw5FSLgj6Vwzx1WsauUpSsNNO7VY82zJv3Wib/vKP71wk19Cb/R5tnYof/Uzfyd7/AE189126XhjLyClKV1YKUpRU0pSiJFbfJvch2VHhMsgnicOkoICrllLKQQc18rFeQrT6XqWbVtp7QsY2GbDyGORXVoy7oTJkZSpFwQDoeZBNa9gtpSwhhDLJHnsG4bsma17XIPmfWvHelNQ2uSyljdiWJ5kkkn6mqKUqoUqVQnkKqydSB9b+woKKrjkt4KfMi9vodPaqH8tfYVCk+Nvl/vUvdZdPQmNkBBViLcstlHoNKiaaR/jZm/iJt71azn5fLT9KpJqcMd701eplZrd0qy9SP1pp5n2qilaYV5+gH6/rVpkB56/PUelVUoFRU1FAqKVF6oUNRelFKilSVsLnQdToPU0Cuudju82ZDg5T3kBeAnxTmyfTmPInpXHTiU/Nf+EFvcae9ejZm05Ipo5IFYOjqyFmC6g6AgXuDyt43rGclmlj6ppSleZ0YreOHPhZ0/NDKvrGwr5sBr6hxKXBHUW9a+YHTKSp8CVP00rr0vdjNFKUrswUoBVfBPjp8yB+tFUUq5lHi3oCf9qXXoT8zagooBVfF6AD6X/WqXckWJuOnh6URTmF7XF+lxf0q7lHX0H+atKtuVTQV5h09T/YU4h8LD5D+9UUoKixPM3+dU0pQKUpQKipqKBSlKBUVUUIFzoOp0HqastiYx+MHyQF/wBNPemxcqKsNjR+FGP8TBR6C5r0YGCWYMVaOMLbkjuxv+XRibfLxFTlF0BSeQP0qh2VfiZV+bC/oNa9y7IQX+1Syd3mskiQrz1ADEn+nwNebAbDeSYJDE8i6sGRcoaNWAZkZ7DxHPqKzc4uliKTOQI1kkJ5BEOvrr7VfiwkreEUQ6zyWPh+HQ/iHhWdxMRiwxSR48MqhwBPi/vbq5LZIIhZsxva5OhFaMu2ogy3SQrcZjdVOW/esLHW17a1j6q8Wwz7FlyZ0lMigMzmNDFGoUA6OwGe/l71iBh1vci56nU+prZtgYjDYnLHBh0fhLx5WxEryPwksJGyiyA2bkBa5GmleHdhE4qmRluCqqrozhiysM2Uc7Nl0P5r+FMc97GOSO+gF/lWV3ZwhfH4aMjnPECNDpxFJ5eV62aWJ0RUEJAYmMI7RYdJQQb2ubm4FuYJBNvLw9m2GzbYhGXLkaVyv5csb2B+RsKux9CUpSuLa1NXzXvDHw8ZiEIIKzSi1jy4jEexB+tfSk1cF7TIcu05/wB4Rv6woP1Brp0vLObT2mb8MZ+bMqj2ufarkBcG7ZfIAE2+p5+lV1Nd9MKjK3U/TQegqmlKIUpSgmlKUClKUClBVTIQLmwHViFHqagppVpsXGPxg+SAv7jT3q22O07sbHwu7BR6C/602r01KqTyBNeFsVIeRRP4VufVr1YlNxeR2YfvMbenKpyNMk7qDZmUE6AXBY/JRrVv7Sv4VkfQnuoQLDmbtbQdbV6t24Hz5YcO0jOVylQy6Ld2USAgDMB1v3fmD69q7QnwSsMQFiaRsoIyNMMpEl1MZuBeQ94km9xesXqyNTBYGz5+HnMaxXcRjjFr6rmLNfKqjkNTqTYcjXmxeFcEAYgMCgduHlRVJNsoZbkkXF9a8+zdt4V2b7U+IsLZOHw7sTfNcvfILBfEk1uWx9nxYjC4mTD4NJFF8ss83F0t31FsuUqO8La3POueXVq6kaUMFHfVs7dFBdvC+p/5pXswuzuLII4wA1ixzyxLYAC5Iv3QPXWsZvDvZPiI+EhVMObHhpHFEpKnQiwvb6+Faxa3Ig/K/XzrPLJZp0zCbtxhn+0YqJVRDL9xmnJVQxcZrBVICjre/lXh2jt3D4bD8KP7RLIQSM0ixRK5Au/CS5YXHJjrato7CznixDyEMyuiLcXZFyk6Hob/ANNczxuz5pcVMII3f72S2VMz24jFSQoLeNZ5W3Vpr3WYN4sQjrJGwUqcwyomW/Urazc/G9dK7NMdNtKaRsTJMVhUHR7IzOCtitso0udOladh+z7GMM04WBeeaeRIx9czZh/LW47jTYbZPGMmKWZpQn3cCu6qULa8QhVN83lyqWb8L8ueb2nJi54btkimkjRbroqyELdtcxygfU+VYYqTay2vy5666V0PF4vAcV5Ewjyu7vIWnlyi7MWP3cIAI18Saql3naIgYMQwgqC3Bw6RtmI7wuczG3K99a3ManaeFvcDZssGE2lLLC8ebCGOOR0Zb5gwIQka65SbdBUbK2jHHHlbio3EDl4st3Sy2RiSCLEMRY2JbXkKsOcVij3uNKeYzliB8sx0rLbO3FxctrplHnc1vGSeUvd5cXtmO4MEVnDZ+LKzSPm/MFYkBvMkjy5Gtu7Gdnu2LkxDK2RY2QOb2aR2XQE8zYNf5+dZHYXZoVsZCL8+Qrpmz8FkQAm9gB6UuRI9i0qqlYaW5eVcS7XorbQU/mgQ+jyD+wrt8nKuPdtEVp8O3WN1/lcH/XWun6mcvDnVKipFelzKVUyWF2so6sQv61YbFxj8d/4AW9+XvRV6lWftLFSyQuyjm7aKPnlBt61RFJPJfhgC3Phx5iPmxvblU2aetUJ5AmqJJFX4nRfLMCfQXNebEYF//mfw5PJzst7BQfpy56Vcw2GgFzdnUHnGqqnJSbu2inVh9L1m5xdIbHJ+EO/yXKPVv8VR9sc/BGo8dSzm3yFhXs2cI3kZEOGQgcS+Im7qouUG7C6kkm9ufOs7hMBCWaObFlhlYpHhIsubJEWkXO62Y5Y/rXO9WReLXDhcQwuzMi6a92JdbW5a+IphNnRcS0rZ9D+zzSEHMAL9bjMRY8wL2q5tnamGw8fDSBpJ8hjMk0rZkbLYNwB3QQdbHpWpttHEFlYyOCpV11sFIN1IHIaj2rP1LVkjoeB2PITHw8I4uqqWmXhxiRGD5iXBIUhWBtzzW00q5tPC2VkxmJw8KRMukSyYlzZLG+WxBuzA3tc3Na5upteTF42CDFs0qSPkYs7Z7FSdHzaa9PkKz3bbs1IJoHi7qTCQugJGaQPmZz8+IPSsXPLejTS8ZtpFdhCgZQxCu+a7KD3WyiwFxrY3+tZXZe+4ijKrBCjMoDyCMSSORGEY985VDWvlAtcnrWqwxO7ZY47t+VVLMdemprP4DcbHvZ+CY1555isQGt7kSEH2pf8AbWnT94sDKmCxB4zNJh4knOQZY5Q0aqcyC2iiJjpbmetcQxEwdizEknU2AA5f5/Su47Y27hmSaOacEzYWPDyND95aQcXPly6fjrRIoNmQ/Bh58Qw8ZpREv8sQvb51nCX7Fk3tohW/IfX/AHrvPY9Ew2VIjRlTxZfjvaTNGhDAHTLrl007p860+feTgOy4OPCwjweKEZzp+aS5PT6Vj8TtbFYg9+SeW/hdsv8ALoK3cLfJt54twGS32vEYeDS5VpVeQeWRM1/WvcdhbOw5AmfEztYHKkQhQgi4vxbtY35imC3WxUvwxWH73+BWyYLszxEhvNIR+vqdavGfdNsZgN7lwisuAwyQh7ZmkkeVjlvbmQBzOg01rwYjezFyd0TMoP4YQIx/2wD6mukbN7KoVsZLsfPWtr2fuZh4vhjX0p/5nsbrg42bisSwYQsTZVuRa9ha5OpJPMms3s/s6xUnxWQfK5967xh9lovJQPpXrXDgVeVTTkezuydNDMzN5X09K2rZu4GGitaMfUVuwQVNqm10xeE2LGnwoB9BXvTDgeFXqVFUhaqpSgUpSgpflXLO26K0OHlylgrvEbW0zqGFyeQ+7NdUblWt76bI+14GeEC7FM8f/wCid5PUi31pjdVL4fPOScqWWHKoUSZnzHuFguYXsCLsNRfnXtfYcwleLET8NliaYLGNHCqzFVK2F7L18fGvO225+EIuIwjEZhyeBQkmzA+Otr87aV4p53cjiMzECwzMWsByAvyFd91jT3HZeFGG4nFzTZVbKTfv5iGjKWzCwsc+axvWY2fGr4kybPwUkqLHkEcgVUWRhfMWkPfGW/nWqVs+2opZtkDFRyO5iywTQszGNVRcvEC35kcNj/ETXPO2LIxm0tvvhkkwzBYkk+9MIHFaMSIpKFiRlsVGnMEa149j7UwOX7/7SWJP3avGkNgO6We2a5uRpyvWoAjmbnqBYdfHXyoFJtZf11086xbb7tadg2XgBLguLhMHh7RsGEshWaR1jDMxV9CXDoosRY5vnXPN4t58RjbLJKTErZlQiNFU5SLhUA8L9eddN7GWlXCyxSxSIquJUd0ZVcOLMAW0Nsg5fmrTtpbjKMRM02LwsKGR2VQxkkyFyV+6QaaW0vXOeV00XQePnoPLzro/YltIjGyRu5OeE5AbnVGB0Ph3c1eaHYezYkLk4jFBSEOURwRliCRoxMgGh1q9h94Y8OQ2DweHhZb5ZHzTyi4INpHOmhI+tbuNs8G4t9pe78zbVk+yxSvxFSQlEZhmIsdVGmq+NYmLcDFAXxDQ4YdcRMiH6Bcx+lqyeL3nxk+jTym/4Y+4PRAAfrVOz9lYt83Djb7wZXLAd4E31uD0GtWY33qWo2fsLA4aRJJMY8zxusgXDQkDMrBh95IbEXHgK2HePfWHFFL4KOTh5shnYuBmte8a2B+EcyatYDs5xUnxkKPIf5rZtndlCacVi3zNXjibaTFvlODlXLHHYjh4VUg5iw7yqW0Ov0rGfZ8TiDcrLKerlm92N67ps3cHDR2tGPStgwuxI0+FQPpV3J4Tu4JgNxMXJzUIPPU1suz+yljbjSE+Q0/SuzR4QDwq6IhU3TTnmzOzTDR80ufOtmwe7MMfwoo+lbAFqai6eKLZ6jkBXoWACrtKKpCCqqUoFKUoFKUoFKVbdqCssOtSDXnzGpa45+3/ADWptrS/SrYlHjSqmlZrzOK9VWZFqVHzl2g7I+zbQmQCyOeOn8MlyQPk2YfStZc2rtfa3u4+IjilgQvJESjKouxjYXuB42I5fvGuStBNh2N1ZGIK2Kgmx5ixBtXbG7jDwRxMQSFJUcyAbD5kcvrWx7rbWhSDF4fFMwixEdgUXMwfVSQOV7EHX8lYzgYqfwlcdGJy/QchzrK4HcTFycwFHy/zUy1ZqrOzHRR7Nh/Z4abEMPxTzCNf5IhqPImvQ29RjA+yR4fDkg5uFAgcG5t32zFtLa6VteA7Kyf2rE+V9K2jZvZzh47dwH51jWJtx3EY/FYk95p5b+BLZf5Tp7V6sFuni5PhjyjzrvmD3aiTkg9KykOz1HICry+w4js/swmexke3yFq2fZvZbAti4zHz1rqC4cCrgjFTZpqmz9zoI/hjX0rNQbKReSj0rJgVNRdPOmFAq6sQFV0oqAKmlKBSlKBSlKBSlKBSlKBSlKBSlKClzVMJqZB/z2qzA2vtpUak7KuGb1VONKpnJ8KK2mvyod/KhHHiKUVR40ot09VKUqsLbwg86wmL3YgdszKCfOlKD0YbY0SfCqj6V7FwoFKURdWEVWI6UoKgKmlKKUpSgUpSgUpSgUpSgUpSgUpSgUpSgUpSgUpSgUpSg8m1MIZoWjVyha1mHMEMD9QbWI6E1gsJu46jvyhWLMbQplj1K/hJNz3Rr5nqbqU99tzK8bh7LjbDPjPJp8uhH15n26CqRu6bPbESgyEm/dJQkW7lxZQPAcvGppV55fdjhj9mbwGD4SZSxfUm7Wvr4UpSoP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6" name="AutoShape 22" descr="data:image/jpeg;base64,/9j/4AAQSkZJRgABAQAAAQABAAD/2wCEAAkGBxQSEBQUEBQVFRQUFRUQFBQUFBQUFBQUFREWFhUWFBQYHCggGBolHBQVITEhJSksLi4uFyAzODMsNygtMisBCgoKDg0OGhAQGiwkHSQsLCwsLCwsLCwsLCwsLCwsLCssLCwsLCwsLCwsLCwsLCwsLCwsLCwsLCwsLCwsLCwsLP/AABEIALYBFAMBIgACEQEDEQH/xAAcAAEAAQUBAQAAAAAAAAAAAAAAAQIDBQYHBAj/xABAEAACAQIDBQYDBQcDAwUAAAABAgMAEQQSIQUGEzFRByJBYZGhMnGBFCNCUrEzYnKSosHRwuHwgqOyFiRDY3P/xAAYAQEBAQEBAAAAAAAAAAAAAAAAAQIDBP/EACkRAQEAAgEDAwMEAwEAAAAAAAABAhESAyExMkFxE1HRFJGxwQRhoSL/2gAMAwEAAhEDEQA/AO40pSgUpSgUpSgUpSgUpSgUpSgUpSgUpSgUpVrEYhIxeRlQdWYKPU0F2la7jt+MDF8WIRj0jzSe6Aitex3axh1/YwyuerFYx/c+1amNqbjodK45ju1XFN+yjijHmGkYfUkD2rXcdvljZfjxMgHRCIx/QBWp06nJ3/E4tIxeR0QdXYKPU1gcdv3gIueIVj0jDSe6i3vXA5ZSxuxLHqxJPqaovWp0k5OvY7tZgX9jBI/m7LGPbMa13HdquLe/CSKIfwl2H1Y29q0K9DW5hinKs5jt78bN8eJl+SNwx6JYVuHZNvQRKcLOxIkJeJmJJD2uyXPUC48wetcyq5BMUZWQlWUhlI5hgbgjzuKXGWaTb6hpWD3O2+uNwiS6Bx3JVH4ZANfodCPI1nK81mnUpSlApSlApSlApSlApSlApSlApSqJZVUXdgo6sQB6mgrpWAx2+mBi+LExk9IyZT/QDWvY7tWwy3EUUsh6nLGp+pJPtWpjam46BSuP47tXxDfsYYox+9mkPr3R7Vr2O33x0vxYh1HSO0fugB961OnU5O+zTqgu7Ko6sQB6msHjt9sDF8WIRj0jvL/4AiuAz4hnN5GZz1Zix9TVu9anSTk7Dju1fDL+xilkPVssan63J9q1/Hdq2Jb9lFFGOpzSN63A9q59eorU6cTlWw47fTHS/FiZAOkdox/QAawc07ObuxY9WJY+pq1StSSIm9ReopVE3qKUohUUpQKUqKCailKK2zs53k+x4sBzaGa0cnRTfuP9CdfImu9V8sg12/ss3k+04bgyG8sAC683i5I3mR8J+QPjXLqY+7WN9m70pSuLZSlKBSlKBSudb97+z4PEmCGOPRVfO+Zicw8FBHStEx2/uPl54hlHSMLH7gZvetzp2s3KO/SSBRdiAOpIA9TWEx2+OBh+PExk9EPEPol6+fsVjJJDeV3c9XZnPqTVm9bnSTk7Nju1bCr+yjlkPWyovqTf2rXsd2s4hv2MMUfmxaQ+2Ue1c6vS9anTxTlWyY7fnHS/FiGUdIwsfuoB96wOIxLyG8js56uxY+pqzStSSJtN6XqKVRN6i9KURN6VFKCailKBSlKBUE1NRQTUUpQKil6UClRSgUpSilZTdrbL4PExzprlNmX86H4l+o9wD4Vi6UH1BgsWksaSRnMjqHU9QRcVfrlXY9vJqcHKed5IL9ebxj3Yf9VdVrzZTV06S7KUpWVKUpQcX7ZYrY9G/Nh09RJIP0tWg10ztuitLhW6pKv8rIf9Vcyr04elzvlNKilaRNTVNTQTSoqaIVNRSgmlKUClKUClKUClVxRFjZQWJ5AAkn5AVfxuzZYQpmikjz3K8RGTNa17Bh5j1ory1FbJudum2PMtpFiSIKWZlLfFmtYXH5T414t5N3psFMY5hoblHHwSL1U9eVxzHpebm9GmItQ11zdDZWFl2fDNFBhc6useJbEq0gsptIVue6xurDwGblWr9p2w+Dii8GGaKAqozKo4TPrcrluE0yixtqDpWZnu6XTSaWqaVtlFKUoFK9eF2ZLKFMcbMGOUMB3c1wLZuQN2UW6kda9mA2GWnEUz8NmjEyZU4xfMAwACHTuliSTpkIpuKxFRW3Yfc8KCZ5RcEoY1BLo141LEg2OXiO1vER6XucvoiwWEjOmTMwa8bffsAUSyrqB3HDMDkYsAoJF2Fccv8jp49tu2P+P1MpuY3X39v3afhMS0UiSRnK6MHUjwYG4r6N3Y20uMwsc6aZhZ1/JINHX15dQQfGvnzbeHCylo1yxucyjUAGwLKAdQBm0B1sRzraOyreT7NiuDIbRYghdeSy8kb6/CfmvSrdZ48oxq45aruFKUri0UpSg5p23Q/c4Z+kkifzID/orkddq7Zor4BD+SdD9DHIv6kVxWvR0/S55eSlKVtkqailFTU1FKImpqK36Ds0eXCRTwTozyosixsuQEMmbKHubsNfDw8KlsnldNCqQLmw5nkPGt+l3OVdjyyvC6YuFznzM3wrIL5VvlI4bA3F+XOs32VSh8BOi3WWNyc8axmXKyhltnBBNw4F6zc+24unMMFs2WWYQxoTKxICGym4UsfitbQE61n8fuJiIIGlxLwRAKSqPKM7sFJyIALFjbleqN/cHJFi+IyzJxVDgztEZWKgIxPCNhyGmlZHFbfgm2GmHlf/3MLjhrlY3CvocwFh927DU+FLb20PJuJusmM40s7MsMAzME+NzYtYdBZffSs9svd7C47DscLg+ETdYpXxjXOU2LOneItpplN+o51p27O80+BkZoCpDgB0cEo1r2vYggi51B8aykm/ki5/suHw2GeQWeSKL7w36MdB6VMplsmnq7PMUcHtYwORZ2kwjkHu51bukf9S2H8VZXtP2X3GfQcN8waXGPJJIr2BWLDtcKASDoRonI1zQyG+a5zXzXub3ve9+vnVJPj4mrx77N9tN43Q3mw+D2fiEkHEmmYgRFWysnDVQHfkBq9Wtpb/nEYZoMRhYWXThFWdOFZbAi9ySOtx4g6VrmwcCs86xuxXMHsR4sqFlW/hci17HmNKzmE3aw7tfiylGLgEpwrBXTViwY6ozMO6ASltPDOdwx75VrDDPPtjN/DC7O29PBDLDDJljm0kXKrZgVKn4gbXBsbdBXmnxkxVY3klKADLGzvlC81yqTa3StwY4FGjeURXUFWiVUKHujVlsWJzLzLE2Y6g15dp7ywPE8WVnVstyAFJyBVW7aX7saDlzzHxrH18b6Zb8T+/Dp+nynqsnzf68/8Yf/ANNTLiIoZgImmNkJIYXuVt3Sdcwy/Mjw1r2wbolzpPGUDBGZQzZCeGLPbuhg0qgjN+FzchTVjG70M4UcOPuHMpYZmDBVXNcAXayKLn8orHz7Zme95CL/AJbL+mtXl1b4x1838b/k4dKect/E/Ov4ZzB7JjikVyLxPCReYR54ZtAWaJu6RcGw10bxIr1pjsBC1jaRRdb5FeQpYnLcAKuryi4sbcPll10s3bUm/mT/AJqLDxPoP82p9PO+rL9p+dp9Tpz04/vfxpucu+auVTJlXVDIbllDIyFrXJOjsNDe1udhVrG7x4f8JlkYFypyoiAsxZiAbsLtqbfm6itRzDpf5n/FRxT4WHyH96fp8Pfv81f1Oc9Pb4mv++WzYfeFAinLNxIycusRVsztcvIVvfI5QACwKqw1rFYvaYLSFEVVY5hGXaTKShWSx8c92J8NfIVjC3WqTXT6WOtacrnlbu1Xi9pTSaEDLe/eIHK9uQJPxNzPiatIDbU6/u6f71NK1jjMZqJbb5d/7Od5/tuF+8I48Vkk8MwPwPbzAIPmDW2V84bnbfbBYtJhcp8Eqj8UZPe06jQjzFfRcEyuquhDKwDKw5FSLgj6Vwzx1WsauUpSsNNO7VY82zJv3Wib/vKP71wk19Cb/R5tnYof/Uzfyd7/AE189126XhjLyClKV1YKUpRU0pSiJFbfJvch2VHhMsgnicOkoICrllLKQQc18rFeQrT6XqWbVtp7QsY2GbDyGORXVoy7oTJkZSpFwQDoeZBNa9gtpSwhhDLJHnsG4bsma17XIPmfWvHelNQ2uSyljdiWJ5kkkn6mqKUqoUqVQnkKqydSB9b+woKKrjkt4KfMi9vodPaqH8tfYVCk+Nvl/vUvdZdPQmNkBBViLcstlHoNKiaaR/jZm/iJt71azn5fLT9KpJqcMd701eplZrd0qy9SP1pp5n2qilaYV5+gH6/rVpkB56/PUelVUoFRU1FAqKVF6oUNRelFKilSVsLnQdToPU0Cuudju82ZDg5T3kBeAnxTmyfTmPInpXHTiU/Nf+EFvcae9ejZm05Ipo5IFYOjqyFmC6g6AgXuDyt43rGclmlj6ppSleZ0YreOHPhZ0/NDKvrGwr5sBr6hxKXBHUW9a+YHTKSp8CVP00rr0vdjNFKUrswUoBVfBPjp8yB+tFUUq5lHi3oCf9qXXoT8zagooBVfF6AD6X/WqXckWJuOnh6URTmF7XF+lxf0q7lHX0H+atKtuVTQV5h09T/YU4h8LD5D+9UUoKixPM3+dU0pQKUpQKipqKBSlKBUVUUIFzoOp0HqastiYx+MHyQF/wBNPemxcqKsNjR+FGP8TBR6C5r0YGCWYMVaOMLbkjuxv+XRibfLxFTlF0BSeQP0qh2VfiZV+bC/oNa9y7IQX+1Syd3mskiQrz1ADEn+nwNebAbDeSYJDE8i6sGRcoaNWAZkZ7DxHPqKzc4uliKTOQI1kkJ5BEOvrr7VfiwkreEUQ6zyWPh+HQ/iHhWdxMRiwxSR48MqhwBPi/vbq5LZIIhZsxva5OhFaMu2ogy3SQrcZjdVOW/esLHW17a1j6q8Wwz7FlyZ0lMigMzmNDFGoUA6OwGe/l71iBh1vci56nU+prZtgYjDYnLHBh0fhLx5WxEryPwksJGyiyA2bkBa5GmleHdhE4qmRluCqqrozhiysM2Uc7Nl0P5r+FMc97GOSO+gF/lWV3ZwhfH4aMjnPECNDpxFJ5eV62aWJ0RUEJAYmMI7RYdJQQb2ubm4FuYJBNvLw9m2GzbYhGXLkaVyv5csb2B+RsKux9CUpSuLa1NXzXvDHw8ZiEIIKzSi1jy4jEexB+tfSk1cF7TIcu05/wB4Rv6woP1Brp0vLObT2mb8MZ+bMqj2ufarkBcG7ZfIAE2+p5+lV1Nd9MKjK3U/TQegqmlKIUpSgmlKUClKUClBVTIQLmwHViFHqagppVpsXGPxg+SAv7jT3q22O07sbHwu7BR6C/602r01KqTyBNeFsVIeRRP4VufVr1YlNxeR2YfvMbenKpyNMk7qDZmUE6AXBY/JRrVv7Sv4VkfQnuoQLDmbtbQdbV6t24Hz5YcO0jOVylQy6Ld2USAgDMB1v3fmD69q7QnwSsMQFiaRsoIyNMMpEl1MZuBeQ94km9xesXqyNTBYGz5+HnMaxXcRjjFr6rmLNfKqjkNTqTYcjXmxeFcEAYgMCgduHlRVJNsoZbkkXF9a8+zdt4V2b7U+IsLZOHw7sTfNcvfILBfEk1uWx9nxYjC4mTD4NJFF8ss83F0t31FsuUqO8La3POueXVq6kaUMFHfVs7dFBdvC+p/5pXswuzuLII4wA1ixzyxLYAC5Iv3QPXWsZvDvZPiI+EhVMObHhpHFEpKnQiwvb6+Faxa3Ig/K/XzrPLJZp0zCbtxhn+0YqJVRDL9xmnJVQxcZrBVICjre/lXh2jt3D4bD8KP7RLIQSM0ixRK5Au/CS5YXHJjrato7CznixDyEMyuiLcXZFyk6Hob/ANNczxuz5pcVMII3f72S2VMz24jFSQoLeNZ5W3Vpr3WYN4sQjrJGwUqcwyomW/Urazc/G9dK7NMdNtKaRsTJMVhUHR7IzOCtitso0udOladh+z7GMM04WBeeaeRIx9czZh/LW47jTYbZPGMmKWZpQn3cCu6qULa8QhVN83lyqWb8L8ueb2nJi54btkimkjRbroqyELdtcxygfU+VYYqTay2vy5666V0PF4vAcV5Ewjyu7vIWnlyi7MWP3cIAI18Saql3naIgYMQwgqC3Bw6RtmI7wuczG3K99a3ManaeFvcDZssGE2lLLC8ebCGOOR0Zb5gwIQka65SbdBUbK2jHHHlbio3EDl4st3Sy2RiSCLEMRY2JbXkKsOcVij3uNKeYzliB8sx0rLbO3FxctrplHnc1vGSeUvd5cXtmO4MEVnDZ+LKzSPm/MFYkBvMkjy5Gtu7Gdnu2LkxDK2RY2QOb2aR2XQE8zYNf5+dZHYXZoVsZCL8+Qrpmz8FkQAm9gB6UuRI9i0qqlYaW5eVcS7XorbQU/mgQ+jyD+wrt8nKuPdtEVp8O3WN1/lcH/XWun6mcvDnVKipFelzKVUyWF2so6sQv61YbFxj8d/4AW9+XvRV6lWftLFSyQuyjm7aKPnlBt61RFJPJfhgC3Phx5iPmxvblU2aetUJ5AmqJJFX4nRfLMCfQXNebEYF//mfw5PJzst7BQfpy56Vcw2GgFzdnUHnGqqnJSbu2inVh9L1m5xdIbHJ+EO/yXKPVv8VR9sc/BGo8dSzm3yFhXs2cI3kZEOGQgcS+Im7qouUG7C6kkm9ufOs7hMBCWaObFlhlYpHhIsubJEWkXO62Y5Y/rXO9WReLXDhcQwuzMi6a92JdbW5a+IphNnRcS0rZ9D+zzSEHMAL9bjMRY8wL2q5tnamGw8fDSBpJ8hjMk0rZkbLYNwB3QQdbHpWpttHEFlYyOCpV11sFIN1IHIaj2rP1LVkjoeB2PITHw8I4uqqWmXhxiRGD5iXBIUhWBtzzW00q5tPC2VkxmJw8KRMukSyYlzZLG+WxBuzA3tc3Na5upteTF42CDFs0qSPkYs7Z7FSdHzaa9PkKz3bbs1IJoHi7qTCQugJGaQPmZz8+IPSsXPLejTS8ZtpFdhCgZQxCu+a7KD3WyiwFxrY3+tZXZe+4ijKrBCjMoDyCMSSORGEY985VDWvlAtcnrWqwxO7ZY47t+VVLMdemprP4DcbHvZ+CY1555isQGt7kSEH2pf8AbWnT94sDKmCxB4zNJh4knOQZY5Q0aqcyC2iiJjpbmetcQxEwdizEknU2AA5f5/Su47Y27hmSaOacEzYWPDyND95aQcXPly6fjrRIoNmQ/Bh58Qw8ZpREv8sQvb51nCX7Fk3tohW/IfX/AHrvPY9Ew2VIjRlTxZfjvaTNGhDAHTLrl007p860+feTgOy4OPCwjweKEZzp+aS5PT6Vj8TtbFYg9+SeW/hdsv8ALoK3cLfJt54twGS32vEYeDS5VpVeQeWRM1/WvcdhbOw5AmfEztYHKkQhQgi4vxbtY35imC3WxUvwxWH73+BWyYLszxEhvNIR+vqdavGfdNsZgN7lwisuAwyQh7ZmkkeVjlvbmQBzOg01rwYjezFyd0TMoP4YQIx/2wD6mukbN7KoVsZLsfPWtr2fuZh4vhjX0p/5nsbrg42bisSwYQsTZVuRa9ha5OpJPMms3s/s6xUnxWQfK5967xh9lovJQPpXrXDgVeVTTkezuydNDMzN5X09K2rZu4GGitaMfUVuwQVNqm10xeE2LGnwoB9BXvTDgeFXqVFUhaqpSgUpSgpflXLO26K0OHlylgrvEbW0zqGFyeQ+7NdUblWt76bI+14GeEC7FM8f/wCid5PUi31pjdVL4fPOScqWWHKoUSZnzHuFguYXsCLsNRfnXtfYcwleLET8NliaYLGNHCqzFVK2F7L18fGvO225+EIuIwjEZhyeBQkmzA+Otr87aV4p53cjiMzECwzMWsByAvyFd91jT3HZeFGG4nFzTZVbKTfv5iGjKWzCwsc+axvWY2fGr4kybPwUkqLHkEcgVUWRhfMWkPfGW/nWqVs+2opZtkDFRyO5iywTQszGNVRcvEC35kcNj/ETXPO2LIxm0tvvhkkwzBYkk+9MIHFaMSIpKFiRlsVGnMEa149j7UwOX7/7SWJP3avGkNgO6We2a5uRpyvWoAjmbnqBYdfHXyoFJtZf11086xbb7tadg2XgBLguLhMHh7RsGEshWaR1jDMxV9CXDoosRY5vnXPN4t58RjbLJKTErZlQiNFU5SLhUA8L9eddN7GWlXCyxSxSIquJUd0ZVcOLMAW0Nsg5fmrTtpbjKMRM02LwsKGR2VQxkkyFyV+6QaaW0vXOeV00XQePnoPLzro/YltIjGyRu5OeE5AbnVGB0Ph3c1eaHYezYkLk4jFBSEOURwRliCRoxMgGh1q9h94Y8OQ2DweHhZb5ZHzTyi4INpHOmhI+tbuNs8G4t9pe78zbVk+yxSvxFSQlEZhmIsdVGmq+NYmLcDFAXxDQ4YdcRMiH6Bcx+lqyeL3nxk+jTym/4Y+4PRAAfrVOz9lYt83Djb7wZXLAd4E31uD0GtWY33qWo2fsLA4aRJJMY8zxusgXDQkDMrBh95IbEXHgK2HePfWHFFL4KOTh5shnYuBmte8a2B+EcyatYDs5xUnxkKPIf5rZtndlCacVi3zNXjibaTFvlODlXLHHYjh4VUg5iw7yqW0Ov0rGfZ8TiDcrLKerlm92N67ps3cHDR2tGPStgwuxI0+FQPpV3J4Tu4JgNxMXJzUIPPU1suz+yljbjSE+Q0/SuzR4QDwq6IhU3TTnmzOzTDR80ufOtmwe7MMfwoo+lbAFqai6eKLZ6jkBXoWACrtKKpCCqqUoFKUoFKUoFKVbdqCssOtSDXnzGpa45+3/ADWptrS/SrYlHjSqmlZrzOK9VWZFqVHzl2g7I+zbQmQCyOeOn8MlyQPk2YfStZc2rtfa3u4+IjilgQvJESjKouxjYXuB42I5fvGuStBNh2N1ZGIK2Kgmx5ixBtXbG7jDwRxMQSFJUcyAbD5kcvrWx7rbWhSDF4fFMwixEdgUXMwfVSQOV7EHX8lYzgYqfwlcdGJy/QchzrK4HcTFycwFHy/zUy1ZqrOzHRR7Nh/Z4abEMPxTzCNf5IhqPImvQ29RjA+yR4fDkg5uFAgcG5t32zFtLa6VteA7Kyf2rE+V9K2jZvZzh47dwH51jWJtx3EY/FYk95p5b+BLZf5Tp7V6sFuni5PhjyjzrvmD3aiTkg9KykOz1HICry+w4js/swmexke3yFq2fZvZbAti4zHz1rqC4cCrgjFTZpqmz9zoI/hjX0rNQbKReSj0rJgVNRdPOmFAq6sQFV0oqAKmlKBSlKBSlKBSlKBSlKBSlKBSlKClzVMJqZB/z2qzA2vtpUak7KuGb1VONKpnJ8KK2mvyod/KhHHiKUVR40ot09VKUqsLbwg86wmL3YgdszKCfOlKD0YbY0SfCqj6V7FwoFKURdWEVWI6UoKgKmlKKUpSgUpSgUpSgUpSgUpSgUpSgUpSgUpSgUpSgUpSg8m1MIZoWjVyha1mHMEMD9QbWI6E1gsJu46jvyhWLMbQplj1K/hJNz3Rr5nqbqU99tzK8bh7LjbDPjPJp8uhH15n26CqRu6bPbESgyEm/dJQkW7lxZQPAcvGppV55fdjhj9mbwGD4SZSxfUm7Wvr4UpSoP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8" name="AutoShape 24" descr="data:image/jpeg;base64,/9j/4AAQSkZJRgABAQAAAQABAAD/2wCEAAkGBxQTEhQUEhQWFRUXFBUVFhcXFxcdGBcXFBUXFxUaFxcdHiggGhwlHRYUITEhJSkrLi4uFx8zODMsNygtLisBCgoKDg0OGhAQGywkHBwsLCwsLCw0LCwsLCwsLCwsLCwsLCwsLCwsLCwsLCwsLCwsLCwsLCwsLCwsLCwsLCwsN//AABEIAIwBZwMBIgACEQEDEQH/xAAcAAEAAQUBAQAAAAAAAAAAAAAABAEDBQYHAgj/xABQEAABAwICBQgFBgoHBwUAAAABAAIDBBESIQUGBzFxEzJBUWGBkbEiQqHBwhRSkrLR0iNDRGJyc4Kis/A1dISTw+HjFiQzNFOj0xUlY2SD/8QAGAEBAQEBAQAAAAAAAAAAAAAAAAEDAgT/xAAhEQEAAgMAAgMBAQEAAAAAAAAAAQIREhMxUQMhYTJBIv/aAAwDAQACEQMRAD8A7iiIgIiICIiAiIgIiICIiAiIgIiICIiAiIgIiICIiAiIgIiICIiAiIgIqOcBvVGSA7iDwKD0iIgIiICIiAiIgIiICIiAiKHpivEFPNMWlwiiklwg2LuTaXWB6L2QTEXLo9r4dzaUX6jNn4cmqP2qy9FMwcXuPwhXDneHUkXJJNqVT0Qwji2Q+Tgo8m06sO5sI4Rv970wm8OxouJv2jV59Zg4Rt991Yfr7pE/jyOEcP3Uwbw7mi4I/XKvP5Q/uDB5BWJNZK135TN3SuHkmDeH0Ei+dn6XqzvqJjxmk+1WH1cx50jjxe8phOj6PJVl9ZGN8jBxcB7184OiJ3kHiL+9U5Hh9H/NMHR9EP03TN31EI4ysHvUZ+tNEN9VB3SsPkVwHke32KvI9p9n2JhOjuz9dKEflMfdc+QUd+v+jx+Pvwjl+4uImDj7FUQDt8VcG8uzu2jUPQ954Rv94CjSbT6Mbmzu4Mb73hci5IfyT9qqYh1Jg3l1V+1Sm6IZzxEY+MqNJtXi9WneeL2j7VzLkx1DwCrhHUPBMJvLocu1vqpR3zf6ajv2tSdFNGOMhPwhaKEKYNpbnJtWqfVhhHdIfJwVh+0+tO5sI4Rv971qaoibS2Z+0avO5zBwiHvurDtfNIn8eRwjh+6sC1VuhmWWfrhpA76h/dgHkFYfrFXHfUzd0rh5KDdUxoZlfdpSrPOqZjxmlPvUeSaU86V54ucfegVERaMF95v3faVIo5XxOxRPdG7rYS0+IXnCl0G4aM2iVcdhIWzAfPADiP0m28SCtw0TtFpZLCXFC787Nnc8eZAXHkuph1FpfRtNUskaHRva9p3OaQQe8K6vnWir5InYonvjd1tJF+Nt47Ctv0TtLqGWEzWzDr5j/ECx8Ew7i8OtotY0Tr5RzWBk5J3zZfR/e5vtWyscCAQQQdxG4qO8vSIiAiIgIiICxGuAvQVn9Vn/AITll1idbP8Akav+rT/w3IPml0HUrsNY5mTvSHX0/wCaVBsLjoIJ4Ai/surcdQDk7f09V/Sv9R3gu2DKwzB4u037OnvC9lpWIdT53abFX4tIluUg/aHv/nvQwn4SqKrHBwuCCFUhEU71VVcFRAKqES6g9LygKpiKD14Ktl4DlUOQeimJUxJiQVxJiRLIKF6qCqYVUNQLoSvNkLh1gd4QesSAqyZ2De9v0h9q8iqZ89viFRJRWBVN678AT5BPlA6n/wB2/wCxMGV+6orPykfNf9EjzXg1g+a7xYPNyYlMwkEnNUuVG+WfmnvdH95Plx6h9Me4JiTMJGIqlyrDal5BIa0gC5sXmwva5IZln1q18td+Z+99gTWTMJmaBpUL5a7rb9E/eXsvl5PlPUx8niwZYy0uw87fYXV1k2hLsmFY41bvnHuDfsK8mof8537n3U1NoZOynaM01UU5vDK5nYD6J4tN2nvC1zlnfOd4j3BUMh63fSd9qamzq+iNp8gsKmIPHzo/Rd3tORPeFuuiNbqSosGShrj6j/RdfqF8ndxK+cS7tP0nfavLmg7wDxz81NHUfK+rUWt7OXk6Npb/APTt3Nc4AdwAC2RcN4EREBYrWz/kav8Aq0/8Jyyqw+uBtQVh/wDqz/wnIPnGVuJrh1gjxFlj2PBI7SD9ItJ9kzvap7HrHuBzA/OA/wC40eUa6YwuRVBaLk9FyP2Gk/Vk8VLEjXb+gkeDi3zHkoBtfifYXEeU4QvNsR6g7wEcnmyRBO5FzTdht2dHgpdPpAHJ4IO7IE3PRYb7/wA2Uekd6PAub9FxA8lSsHo37W/WCqSylz8yT6BHnZUc8j1D3mMebgsUAqrrVnsyXLH5o75Ifvqhm/Q/vB7gVj1RNYNpZA1HbH0+tJ7bRrwKn85gHZyh+EKEstoHVyerx8i1pDMIcXOAF3XsB0nd1KTER5ImZ8IrqkfOHdGT5vCu1rJInBsuJpLWvAMYvhdm0/8AEO9bA3ZpWHe6nHGR/ujKyVXs9rZ3B09RAXBrWA+nk1u4ZRtHSfFTarrWzRTU/nOP7LB7yqfKe2TxjH+Gt7bsrk6alg4ROPxBe27L7c6rA/8Awt5ypvU0u0nSDDE4NLi4ljH3a/K0jQ9oN42kHCQe9RDUdh+m/wBxC6K/Z9SjOSuN8s7xjdkOcT0ZLzDqLo44j8tc7A0vfaamsxg3ud6Bwt7Tkp0qvOznRm7PF8p+P+bKfp6hbTzOhDmShuE42g2diaHZXc7rPTmtwGitBM51c139pjP1GhW3v1dZvnB4SVB+onSF5WaCSPmM/u2fYrlO4Ymg4WtxDEQxuQvYnJvVddG0a7QMkU8sTcbIGtdKT8q9EPJDbB5BdmDuuoMmt2gG7qcu/s5P1yE6nKWo6Ycxs0jYHudEHWY47y2w35DpuN3QoXyh3zj9IrcjtH0I0+jo9x7fk1MPN91nqPX6iNDNWRUdmQyxxFmCJriZLWItcAZp0n0cv1zSgrIxKwzuc6MOBe1rhic0G5Auend3pMzlJHmFriwvcWAAkhpJwg2vnay2ufbc1p/B0Nh2zgewRe9RJNuUp3UjRxmcfhCnSfS8v1gm6IqDup5zwhkPk1ZTQWjamKUSGinkAa4YXRPAOJpbmXRnLP8AzCz1dtLnbo2GsZFCHy1D4i12NzQGNcbizgScutarNtir+hlMOEb/AHyFTpZeULrNUa07qaTvwt+sQrzNSa8/k5HGSD/yLESbW9JHc+JvCJvvus7rjrnWxQaPfHMWOnpeVkIZH6TyRnm0237hZN7HKqdo/VLSEbJWNjjAmYGOLpBcAG/o4XWvxByuOk3st2dVh6YBxkf7oytFm1+0ifyuQcMI8mhRW60aQlc1orKkuc4NAEzxcuNgMiBvTay86umR7NqnplgHAyH4ApDNnU2Es+UNDS4OIEbiMTQ4NO8bg53itN2paUqGaSqGNmlawclha2R4aAYY72aDYZ4lpFRVyP5z3uHa5x8yptb2c6u1N2afOqhw5H/VWEhbS0ss8NTE6oLZGtY5pwWaL48sW+xFt+Y6FqOzGmL9JU1rZOe48GsddbBrQf8AfKj9a/2FdUmZnEufkrFY+mSpdYdHxta19IHvA9IktFzieb2u62Tm+A6gTjq/TtGYpGRUgjc4MAkMjnOZgdiuMQObr2OYuLLU3xPfLycdsT5WsBJs0F+FoLj0Ddn2KG/HHK+J5a4tc5hLSCLtJBwuGRGSs3xJFMw37S+sLZoyxlOyO+E4m4bmxyvZgvYZDqBIOK91gl5j3DgPJVWkMZfROzkf+20v6v4nLZFruzv+jaT9UPMrYli9ceBERFFE0vQCeCaBxLWyxPiJba4EjS0kXyvmpaIPnPW3Uup0eS545WC+UzAbDq5RuZjPHLt6FrJZc3B6Qf3mH4T4r6xe0EEEAgixB3EHeCFzDXHZQx95dH2ifvMByid+gfxZ7Obu5u9XLOa+nFXAtFgMwMu5rgPbE3xVxwF8+k27i9zfqzNUyspnxSGKeN0cjbXY8WI6j2jfYjI9ChviIBw55H2MFvaxirlK0c8kG+/0XeLG3/eDlequb3t+sFFozZ5HWHeDXlw9koUqfm97frBVJeF6VFVaMRVsiIC3nUaZ8ej9KSREiRkTnMIGYe2CQtIHSQbLRit61Jc4aN0mWDE7kn4W2Ju7kH2FhmcyFn8n8tPi/pzao110g7fWT90hb9Wyxs+s9afyypPGeU/EoukKWaIhssboyRcB7S0kbrgHo3qJjyseu91k9Do+zKoqJm6TLpJJMOjZwMchNnv5lsRyJwuz7FoEzr78+0711TZxqnpCni0gHwuj5ehkZFd0fpSkfg/Wy5xzNhmud6x6uVVE9rKpmBz242jE11wDY5tJ6VP9GFc3sXQdmNKXUumHC2VA5ve5sjvgPiFoNzax3DPgu4anbM6mmhro5JYf96pTCwtc84S6+bgWjKx6Lqyri0pKjuYbA9B3LZdddTZdHzNje4SYo2yY2hwaMTntw3PT6BPArDaK0bJPK2GNrnuJHotBcQLjEQ0dQz7kRuuokLf/AEnTLi7Pkom2uNwLnNPe647locju1fQuhtlkNPTVdP8AKJHtqmxtc7C0FoicXDDmd9+lcp2jajHR8reTxugeGhsj7XMliXNy6gAVIlWlvbaxve+a6Docs/2crd+I1sN9/QYsPZuxLX9R9WH1tWyIC7GlkkwJw/gRIxsuEnps7dvzXeodSdHxU76XB+BfI2R7XSuze0AA4rg9ASZHzLI8dCo4AHLMLedoGp3IVJ+Sta+CTONsTi8xhrWgiQncS4uIzOS97OtXoxU8rWujjZHnyc2EiYPY9tgL+qcJ6ehXKPWmZ2/7P0Fm2Iq5QTlmQJbnvxDwWhF4uLjJfSp0xotjGx3p8DSS1giu1pO8hoZYHtXGdatBQuqZHUszHxPLpPSa9mFz3OJaG4eaLiykZ9JNoag2MuJwNJ7ACSuhbQ4p5afRhbE44aEF+FjiGmzQb9WTOntU7Zq+m0e580z3unc10QEYBj5JxjcCcVjjxMI32st0qdotKWubyc5DgQcoxkRY+uric+Davt89B9jewWZ1a0FVTvbJSxPeI5GXc3DZrgQ4XvwushpHQ8DpHmEvjjJ9BhaC5o6AXYsyty1X1oioYBFDTYnG3KSGQt5RwuA4tsbG1hkrMT6TerEbV9Xqo1dVV8mfk45IB927sEbN1788kblzu53da7RXbQDKwsfSxOYbXa8lwNiCLiwvmAe5c+GiYelrzxf9jQrFbJ0qz+y7VGoMtNXNLBDeS4xHGQA+Mi1uvt3K3rE69VUfr5R4PIWVGvNUG4WCJgtlhj3X6QCSL9K12pmL3ve7nPe57uLiXH2krqlZicyz+S8TH0wsklnvyabu9ZoNrWNxfcclF5IYi87znkAAL77ALbotV3PIcRk6xdbHlibdu+zSTa2TrBxAJapT9TcMj2GzXNIaQ8txYySA0gSOFvRvcEkgiwJuBJp9uov9MIzcOAVVUItWD6L2ff0bSfqW+9bCtf1A/o6k/UM8lsCxeyPAiIiiIiAiIgw+smrNNXR4KiMOtzHjKRhPSx+8cNx6QVxLW/UCpoLyC89OLnlGj0mD/wCVnR+kMss8O5fQqK5SaxL5QisSHDt77gD3DwV95y8PMLseuOy2GfFLR4YJsyWfiZD2gf8ADPa3LrBOa5JpLRs1PIYp43RyDod0jradzh2gkK5ZWiYRwqgKi9BasBFVUsgLdNn+tMNGyVsweS+RrhhAIADLG9yOkW71pSYh1rmYzCxbE5bXtE0rR6QawtbK2Zlmte5owhlyXDCHZk339i1DQ2jKeKdkk1542k4oSwNbJkQBixXFiQd3QvfKDrCkR0cjubHI7gxx8guecQ762l0N+1QAAMpchlnL1bvUWta360Mr4wyWnY0gtIkafwgAJJaHkZNN8x0rEs0FVHdS1B4QS/dUqLVOudupJ+9hb9ayaVN7yxWheTpZmTxR3kZfDyjsTfSaWm7bC+RPettftIrD/wBMcGD33UKPUPSJ3Ur+98Q83qVFs20gd8LW/pSx/CSmtTN2M07rRPVsEc5a9gcHhpa2wcAQDkB0OPisZQVroXh8OGJ4BAcxrQ4AixGIC+4rcI9lded5gHGR3uYVLj2SVR500A4cofhCYqYu1OTWardvqZu6Rw8iodRpOZ/Pmkd+k9xt4ldBZsfk9arYOERPxhS4tj7fWq3HhEB5vKf8ml3K3zuIsXOI7SVbXYWbIaf1qic8OTHm0qVDsnohvfUO4vZ8LArmIOdpcVKWXdY9mOjxvje7jLJ7iFKi2e6ObupgeL5T5uTaF5WcAQhfRUeptAPySE8WA+d1Ki1dpG82lgHCGMe5N14y+aS8dYXqNpdzQXcM/JfUEdFG3mxsHBrR7lfCm5x/XzFHomd3NgmdwiefJqlRas1jt1JUd8LwPEgBfSaJuvGPb54j1G0gd1JJ3mMebgpMezrSJ/J7cZYfc9d+RTeV5Q4VHstrzvELeMn2NKlRbJK086SnHB8h/wAMLtaJtK8quTxbLKrLFVxC3VFiv6JZ6V7Y/RJb6V8iRuUhmymW9zX4csNo4MAw3JtZsgFrlx3byT0rqCJtK86uZx7HofWqZTwawed1Ki2RUY3y1B/ajHlGuhIptJpX0i6LoGQQxwx3wRsDG3NzZosLnpKlIijsREQEREBERAREQFjdP6DhrIjFM0EZ4XWGJjrc5hIyP8nJZJEHPY9kdJ601Qf2oh/hqXHstoRv5V3GT7oC3dFdpc6V9NRZs10cN8Djxmm9zwpcWomj27qVh/SLnfWJWxomZNY9MLHqlQt3UdP3xMPmFMh0NTt5sELeEbB5BTkUXEPEcLW81oHAAL2iIoiIgIiICIiAiIgIiICIiAiIgIiICIiAiIgIiICIiAiIgIiICIiAiIgIiICIiAiIgIiICIiAiIgIiICIiAiIgIiICIiAiIgIiICIiAiIgIiICIiAiIgIiICIiAiIgIiICIiAiIgIiICIiAiIgIiICIiAiIgIiICIiAiIgIiICIiAiIgIiICIiAiIgIiICIiAiIgIiICIiAiIg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50" name="Picture 26" descr="http://gigaom2.files.wordpress.com/2011/08/pf_switch-e131344073993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95800" y="3124200"/>
            <a:ext cx="4191000" cy="2671574"/>
          </a:xfrm>
          <a:prstGeom prst="rect">
            <a:avLst/>
          </a:prstGeom>
          <a:noFill/>
        </p:spPr>
      </p:pic>
      <p:pic>
        <p:nvPicPr>
          <p:cNvPr id="1052" name="Picture 28" descr="http://us.123rf.com/400wm/400/400/mjp/mjp0605/mjp060500015/413200-ethernet-cable-connector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0" y="3200400"/>
            <a:ext cx="2895600" cy="19255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14450" y="852488"/>
            <a:ext cx="6515100" cy="515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Precios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Computadora  2,500 pesos en </a:t>
            </a:r>
            <a:r>
              <a:rPr lang="en-US" dirty="0" err="1" smtClean="0"/>
              <a:t>adelante</a:t>
            </a:r>
            <a:endParaRPr lang="en-US" dirty="0" smtClean="0"/>
          </a:p>
          <a:p>
            <a:r>
              <a:rPr lang="en-US" dirty="0" smtClean="0"/>
              <a:t>Switch 300 pesos  a  500 pesos</a:t>
            </a:r>
          </a:p>
          <a:p>
            <a:r>
              <a:rPr lang="en-US" dirty="0" smtClean="0"/>
              <a:t>Cable Ethernet  1 metro entre los 10 pesos y 15 pesos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jo">
  <a:themeElements>
    <a:clrScheme name="Fluj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j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j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193</TotalTime>
  <Words>431</Words>
  <Application>Microsoft Office PowerPoint</Application>
  <PresentationFormat>Presentación en pantalla (4:3)</PresentationFormat>
  <Paragraphs>47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Flujo</vt:lpstr>
      <vt:lpstr>Diapositiva 1</vt:lpstr>
      <vt:lpstr>Proyecto</vt:lpstr>
      <vt:lpstr>Objetivos </vt:lpstr>
      <vt:lpstr>Alcance del sistema </vt:lpstr>
      <vt:lpstr>Alcance del sistema</vt:lpstr>
      <vt:lpstr>Alcance del sistema</vt:lpstr>
      <vt:lpstr>Funcionamiento</vt:lpstr>
      <vt:lpstr>Funcionalidades</vt:lpstr>
      <vt:lpstr>Necesidades</vt:lpstr>
      <vt:lpstr>Diapositiva 10</vt:lpstr>
      <vt:lpstr>Diapositiva 11</vt:lpstr>
      <vt:lpstr>Precios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Alek</dc:creator>
  <cp:lastModifiedBy>cory</cp:lastModifiedBy>
  <cp:revision>12</cp:revision>
  <dcterms:created xsi:type="dcterms:W3CDTF">2014-03-07T22:52:35Z</dcterms:created>
  <dcterms:modified xsi:type="dcterms:W3CDTF">2014-03-24T09:42:25Z</dcterms:modified>
</cp:coreProperties>
</file>